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290" r:id="rId38"/>
  </p:sldIdLst>
  <p:sldSz cx="12192000" cy="6858000"/>
  <p:notesSz cx="6858000" cy="9144000"/>
  <p:embeddedFontLs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Montserrat SemiBold" panose="00000700000000000000" pitchFamily="2" charset="0"/>
      <p:regular r:id="rId44"/>
      <p:bold r:id="rId45"/>
      <p:italic r:id="rId46"/>
      <p:boldItalic r:id="rId47"/>
    </p:embeddedFont>
    <p:embeddedFont>
      <p:font typeface="Poppins" panose="000005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54DA"/>
    <a:srgbClr val="476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545DA-B86A-4ED4-AA53-D57E6BD182F3}" v="56" dt="2026-03-31T09:50:24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94660"/>
  </p:normalViewPr>
  <p:slideViewPr>
    <p:cSldViewPr snapToGrid="0">
      <p:cViewPr varScale="1">
        <p:scale>
          <a:sx n="84" d="100"/>
          <a:sy n="84" d="100"/>
        </p:scale>
        <p:origin x="3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7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0.fntdata"/><Relationship Id="rId57" Type="http://schemas.microsoft.com/office/2015/10/relationships/revisionInfo" Target="revisionInfo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raj" userId="44fccbce57bf221a" providerId="LiveId" clId="{96C05779-9407-4CC9-9C57-735EFD4B50B5}"/>
    <pc:docChg chg="undo custSel modSld sldOrd">
      <pc:chgData name="sai raj" userId="44fccbce57bf221a" providerId="LiveId" clId="{96C05779-9407-4CC9-9C57-735EFD4B50B5}" dt="2026-03-31T09:53:41.206" v="384" actId="20577"/>
      <pc:docMkLst>
        <pc:docMk/>
      </pc:docMkLst>
      <pc:sldChg chg="delSp modSp mod">
        <pc:chgData name="sai raj" userId="44fccbce57bf221a" providerId="LiveId" clId="{96C05779-9407-4CC9-9C57-735EFD4B50B5}" dt="2026-03-31T07:02:52.395" v="93" actId="1076"/>
        <pc:sldMkLst>
          <pc:docMk/>
          <pc:sldMk cId="0" sldId="256"/>
        </pc:sldMkLst>
        <pc:spChg chg="mod">
          <ac:chgData name="sai raj" userId="44fccbce57bf221a" providerId="LiveId" clId="{96C05779-9407-4CC9-9C57-735EFD4B50B5}" dt="2026-03-31T07:02:52.395" v="93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sai raj" userId="44fccbce57bf221a" providerId="LiveId" clId="{96C05779-9407-4CC9-9C57-735EFD4B50B5}" dt="2026-03-30T16:46:34.039" v="26" actId="20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sai raj" userId="44fccbce57bf221a" providerId="LiveId" clId="{96C05779-9407-4CC9-9C57-735EFD4B50B5}" dt="2026-03-30T16:46:11.169" v="24" actId="20577"/>
          <ac:spMkLst>
            <pc:docMk/>
            <pc:sldMk cId="0" sldId="256"/>
            <ac:spMk id="88" creationId="{00000000-0000-0000-0000-000000000000}"/>
          </ac:spMkLst>
        </pc:spChg>
        <pc:picChg chg="del">
          <ac:chgData name="sai raj" userId="44fccbce57bf221a" providerId="LiveId" clId="{96C05779-9407-4CC9-9C57-735EFD4B50B5}" dt="2026-03-30T16:45:28.706" v="19" actId="478"/>
          <ac:picMkLst>
            <pc:docMk/>
            <pc:sldMk cId="0" sldId="256"/>
            <ac:picMk id="85" creationId="{00000000-0000-0000-0000-000000000000}"/>
          </ac:picMkLst>
        </pc:picChg>
        <pc:picChg chg="del">
          <ac:chgData name="sai raj" userId="44fccbce57bf221a" providerId="LiveId" clId="{96C05779-9407-4CC9-9C57-735EFD4B50B5}" dt="2026-03-31T06:32:00.032" v="79" actId="478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ai raj" userId="44fccbce57bf221a" providerId="LiveId" clId="{96C05779-9407-4CC9-9C57-735EFD4B50B5}" dt="2026-03-31T09:53:41.206" v="384" actId="20577"/>
        <pc:sldMkLst>
          <pc:docMk/>
          <pc:sldMk cId="0" sldId="257"/>
        </pc:sldMkLst>
        <pc:spChg chg="mod">
          <ac:chgData name="sai raj" userId="44fccbce57bf221a" providerId="LiveId" clId="{96C05779-9407-4CC9-9C57-735EFD4B50B5}" dt="2026-03-31T09:53:34.944" v="381" actId="20577"/>
          <ac:spMkLst>
            <pc:docMk/>
            <pc:sldMk cId="0" sldId="257"/>
            <ac:spMk id="57" creationId="{00000000-0000-0000-0000-000000000000}"/>
          </ac:spMkLst>
        </pc:spChg>
        <pc:spChg chg="mod">
          <ac:chgData name="sai raj" userId="44fccbce57bf221a" providerId="LiveId" clId="{96C05779-9407-4CC9-9C57-735EFD4B50B5}" dt="2026-03-31T09:53:41.206" v="384" actId="20577"/>
          <ac:spMkLst>
            <pc:docMk/>
            <pc:sldMk cId="0" sldId="257"/>
            <ac:spMk id="58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7:05:25.688" v="99" actId="20577"/>
        <pc:sldMkLst>
          <pc:docMk/>
          <pc:sldMk cId="0" sldId="258"/>
        </pc:sldMkLst>
        <pc:spChg chg="mod">
          <ac:chgData name="sai raj" userId="44fccbce57bf221a" providerId="LiveId" clId="{96C05779-9407-4CC9-9C57-735EFD4B50B5}" dt="2026-03-31T04:47:34.109" v="32" actId="113"/>
          <ac:spMkLst>
            <pc:docMk/>
            <pc:sldMk cId="0" sldId="258"/>
            <ac:spMk id="65" creationId="{00000000-0000-0000-0000-000000000000}"/>
          </ac:spMkLst>
        </pc:spChg>
        <pc:spChg chg="mod">
          <ac:chgData name="sai raj" userId="44fccbce57bf221a" providerId="LiveId" clId="{96C05779-9407-4CC9-9C57-735EFD4B50B5}" dt="2026-03-31T07:05:25.688" v="99" actId="20577"/>
          <ac:spMkLst>
            <pc:docMk/>
            <pc:sldMk cId="0" sldId="258"/>
            <ac:spMk id="66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7:38.141" v="33" actId="113"/>
        <pc:sldMkLst>
          <pc:docMk/>
          <pc:sldMk cId="0" sldId="259"/>
        </pc:sldMkLst>
        <pc:spChg chg="mod">
          <ac:chgData name="sai raj" userId="44fccbce57bf221a" providerId="LiveId" clId="{96C05779-9407-4CC9-9C57-735EFD4B50B5}" dt="2026-03-31T04:47:22.258" v="30" actId="113"/>
          <ac:spMkLst>
            <pc:docMk/>
            <pc:sldMk cId="0" sldId="259"/>
            <ac:spMk id="72" creationId="{00000000-0000-0000-0000-000000000000}"/>
          </ac:spMkLst>
        </pc:spChg>
        <pc:spChg chg="mod">
          <ac:chgData name="sai raj" userId="44fccbce57bf221a" providerId="LiveId" clId="{96C05779-9407-4CC9-9C57-735EFD4B50B5}" dt="2026-03-31T04:47:38.141" v="33" actId="113"/>
          <ac:spMkLst>
            <pc:docMk/>
            <pc:sldMk cId="0" sldId="259"/>
            <ac:spMk id="73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7:44.403" v="34" actId="113"/>
        <pc:sldMkLst>
          <pc:docMk/>
          <pc:sldMk cId="0" sldId="260"/>
        </pc:sldMkLst>
        <pc:spChg chg="mod">
          <ac:chgData name="sai raj" userId="44fccbce57bf221a" providerId="LiveId" clId="{96C05779-9407-4CC9-9C57-735EFD4B50B5}" dt="2026-03-31T04:47:44.403" v="34" actId="113"/>
          <ac:spMkLst>
            <pc:docMk/>
            <pc:sldMk cId="0" sldId="260"/>
            <ac:spMk id="80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7:10.415" v="29" actId="113"/>
        <pc:sldMkLst>
          <pc:docMk/>
          <pc:sldMk cId="0" sldId="261"/>
        </pc:sldMkLst>
        <pc:spChg chg="mod">
          <ac:chgData name="sai raj" userId="44fccbce57bf221a" providerId="LiveId" clId="{96C05779-9407-4CC9-9C57-735EFD4B50B5}" dt="2026-03-31T04:47:10.415" v="29" actId="113"/>
          <ac:spMkLst>
            <pc:docMk/>
            <pc:sldMk cId="0" sldId="261"/>
            <ac:spMk id="87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88" creationId="{00000000-0000-0000-0000-000000000000}"/>
          </ac:spMkLst>
        </pc:spChg>
        <pc:spChg chg="mod">
          <ac:chgData name="sai raj" userId="44fccbce57bf221a" providerId="LiveId" clId="{96C05779-9407-4CC9-9C57-735EFD4B50B5}" dt="2026-03-30T16:45:17.450" v="18" actId="207"/>
          <ac:spMkLst>
            <pc:docMk/>
            <pc:sldMk cId="0" sldId="261"/>
            <ac:spMk id="89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6.661" v="15" actId="207"/>
          <ac:spMkLst>
            <pc:docMk/>
            <pc:sldMk cId="0" sldId="261"/>
            <ac:spMk id="91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2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3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6.661" v="15" actId="207"/>
          <ac:spMkLst>
            <pc:docMk/>
            <pc:sldMk cId="0" sldId="261"/>
            <ac:spMk id="94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5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6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7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8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99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6.661" v="15" actId="207"/>
          <ac:spMkLst>
            <pc:docMk/>
            <pc:sldMk cId="0" sldId="261"/>
            <ac:spMk id="100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6.661" v="15" actId="207"/>
          <ac:spMkLst>
            <pc:docMk/>
            <pc:sldMk cId="0" sldId="261"/>
            <ac:spMk id="101" creationId="{00000000-0000-0000-0000-000000000000}"/>
          </ac:spMkLst>
        </pc:spChg>
        <pc:spChg chg="mod">
          <ac:chgData name="sai raj" userId="44fccbce57bf221a" providerId="LiveId" clId="{96C05779-9407-4CC9-9C57-735EFD4B50B5}" dt="2026-03-30T16:45:08.681" v="16" actId="207"/>
          <ac:spMkLst>
            <pc:docMk/>
            <pc:sldMk cId="0" sldId="261"/>
            <ac:spMk id="102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7:51:54.320" v="112" actId="14100"/>
        <pc:sldMkLst>
          <pc:docMk/>
          <pc:sldMk cId="0" sldId="262"/>
        </pc:sldMkLst>
        <pc:spChg chg="mod">
          <ac:chgData name="sai raj" userId="44fccbce57bf221a" providerId="LiveId" clId="{96C05779-9407-4CC9-9C57-735EFD4B50B5}" dt="2026-03-31T04:47:59.522" v="35" actId="113"/>
          <ac:spMkLst>
            <pc:docMk/>
            <pc:sldMk cId="0" sldId="262"/>
            <ac:spMk id="109" creationId="{00000000-0000-0000-0000-000000000000}"/>
          </ac:spMkLst>
        </pc:spChg>
        <pc:spChg chg="mod">
          <ac:chgData name="sai raj" userId="44fccbce57bf221a" providerId="LiveId" clId="{96C05779-9407-4CC9-9C57-735EFD4B50B5}" dt="2026-03-31T07:51:54.320" v="112" actId="14100"/>
          <ac:spMkLst>
            <pc:docMk/>
            <pc:sldMk cId="0" sldId="262"/>
            <ac:spMk id="113" creationId="{00000000-0000-0000-0000-000000000000}"/>
          </ac:spMkLst>
        </pc:spChg>
        <pc:spChg chg="mod">
          <ac:chgData name="sai raj" userId="44fccbce57bf221a" providerId="LiveId" clId="{96C05779-9407-4CC9-9C57-735EFD4B50B5}" dt="2026-03-31T06:23:14.385" v="78" actId="20577"/>
          <ac:spMkLst>
            <pc:docMk/>
            <pc:sldMk cId="0" sldId="262"/>
            <ac:spMk id="115" creationId="{00000000-0000-0000-0000-000000000000}"/>
          </ac:spMkLst>
        </pc:spChg>
        <pc:spChg chg="mod">
          <ac:chgData name="sai raj" userId="44fccbce57bf221a" providerId="LiveId" clId="{96C05779-9407-4CC9-9C57-735EFD4B50B5}" dt="2026-03-31T07:51:35.110" v="111" actId="20577"/>
          <ac:spMkLst>
            <pc:docMk/>
            <pc:sldMk cId="0" sldId="262"/>
            <ac:spMk id="118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07.991" v="36" actId="113"/>
        <pc:sldMkLst>
          <pc:docMk/>
          <pc:sldMk cId="0" sldId="263"/>
        </pc:sldMkLst>
        <pc:spChg chg="mod">
          <ac:chgData name="sai raj" userId="44fccbce57bf221a" providerId="LiveId" clId="{96C05779-9407-4CC9-9C57-735EFD4B50B5}" dt="2026-03-31T04:48:07.991" v="36" actId="113"/>
          <ac:spMkLst>
            <pc:docMk/>
            <pc:sldMk cId="0" sldId="263"/>
            <ac:spMk id="125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13.495" v="37" actId="113"/>
        <pc:sldMkLst>
          <pc:docMk/>
          <pc:sldMk cId="0" sldId="264"/>
        </pc:sldMkLst>
        <pc:spChg chg="mod">
          <ac:chgData name="sai raj" userId="44fccbce57bf221a" providerId="LiveId" clId="{96C05779-9407-4CC9-9C57-735EFD4B50B5}" dt="2026-03-31T04:48:13.495" v="37" actId="113"/>
          <ac:spMkLst>
            <pc:docMk/>
            <pc:sldMk cId="0" sldId="264"/>
            <ac:spMk id="141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17.532" v="38" actId="113"/>
        <pc:sldMkLst>
          <pc:docMk/>
          <pc:sldMk cId="0" sldId="265"/>
        </pc:sldMkLst>
        <pc:spChg chg="mod">
          <ac:chgData name="sai raj" userId="44fccbce57bf221a" providerId="LiveId" clId="{96C05779-9407-4CC9-9C57-735EFD4B50B5}" dt="2026-03-31T04:48:17.532" v="38" actId="113"/>
          <ac:spMkLst>
            <pc:docMk/>
            <pc:sldMk cId="0" sldId="265"/>
            <ac:spMk id="166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27.111" v="39" actId="113"/>
        <pc:sldMkLst>
          <pc:docMk/>
          <pc:sldMk cId="0" sldId="266"/>
        </pc:sldMkLst>
        <pc:spChg chg="mod">
          <ac:chgData name="sai raj" userId="44fccbce57bf221a" providerId="LiveId" clId="{96C05779-9407-4CC9-9C57-735EFD4B50B5}" dt="2026-03-31T04:48:27.111" v="39" actId="113"/>
          <ac:spMkLst>
            <pc:docMk/>
            <pc:sldMk cId="0" sldId="266"/>
            <ac:spMk id="46" creationId="{00000000-0000-0000-0000-000000000000}"/>
          </ac:spMkLst>
        </pc:spChg>
        <pc:spChg chg="mod">
          <ac:chgData name="sai raj" userId="44fccbce57bf221a" providerId="LiveId" clId="{96C05779-9407-4CC9-9C57-735EFD4B50B5}" dt="2026-03-31T04:48:27.111" v="39" actId="113"/>
          <ac:spMkLst>
            <pc:docMk/>
            <pc:sldMk cId="0" sldId="266"/>
            <ac:spMk id="47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31.249" v="40" actId="113"/>
        <pc:sldMkLst>
          <pc:docMk/>
          <pc:sldMk cId="0" sldId="267"/>
        </pc:sldMkLst>
        <pc:spChg chg="mod">
          <ac:chgData name="sai raj" userId="44fccbce57bf221a" providerId="LiveId" clId="{96C05779-9407-4CC9-9C57-735EFD4B50B5}" dt="2026-03-31T04:48:31.249" v="40" actId="113"/>
          <ac:spMkLst>
            <pc:docMk/>
            <pc:sldMk cId="0" sldId="267"/>
            <ac:spMk id="53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36.344" v="41" actId="113"/>
        <pc:sldMkLst>
          <pc:docMk/>
          <pc:sldMk cId="0" sldId="268"/>
        </pc:sldMkLst>
        <pc:spChg chg="mod">
          <ac:chgData name="sai raj" userId="44fccbce57bf221a" providerId="LiveId" clId="{96C05779-9407-4CC9-9C57-735EFD4B50B5}" dt="2026-03-31T04:48:36.344" v="41" actId="113"/>
          <ac:spMkLst>
            <pc:docMk/>
            <pc:sldMk cId="0" sldId="268"/>
            <ac:spMk id="72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40.277" v="42" actId="113"/>
        <pc:sldMkLst>
          <pc:docMk/>
          <pc:sldMk cId="0" sldId="269"/>
        </pc:sldMkLst>
        <pc:spChg chg="mod">
          <ac:chgData name="sai raj" userId="44fccbce57bf221a" providerId="LiveId" clId="{96C05779-9407-4CC9-9C57-735EFD4B50B5}" dt="2026-03-31T04:48:40.277" v="42" actId="113"/>
          <ac:spMkLst>
            <pc:docMk/>
            <pc:sldMk cId="0" sldId="269"/>
            <ac:spMk id="91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44.997" v="43" actId="113"/>
        <pc:sldMkLst>
          <pc:docMk/>
          <pc:sldMk cId="0" sldId="270"/>
        </pc:sldMkLst>
        <pc:spChg chg="mod">
          <ac:chgData name="sai raj" userId="44fccbce57bf221a" providerId="LiveId" clId="{96C05779-9407-4CC9-9C57-735EFD4B50B5}" dt="2026-03-31T04:48:44.997" v="43" actId="113"/>
          <ac:spMkLst>
            <pc:docMk/>
            <pc:sldMk cId="0" sldId="270"/>
            <ac:spMk id="110" creationId="{00000000-0000-0000-0000-000000000000}"/>
          </ac:spMkLst>
        </pc:spChg>
        <pc:spChg chg="mod">
          <ac:chgData name="sai raj" userId="44fccbce57bf221a" providerId="LiveId" clId="{96C05779-9407-4CC9-9C57-735EFD4B50B5}" dt="2026-03-31T04:48:44.997" v="43" actId="113"/>
          <ac:spMkLst>
            <pc:docMk/>
            <pc:sldMk cId="0" sldId="270"/>
            <ac:spMk id="111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8:58.840" v="45" actId="20577"/>
        <pc:sldMkLst>
          <pc:docMk/>
          <pc:sldMk cId="0" sldId="271"/>
        </pc:sldMkLst>
        <pc:spChg chg="mod">
          <ac:chgData name="sai raj" userId="44fccbce57bf221a" providerId="LiveId" clId="{96C05779-9407-4CC9-9C57-735EFD4B50B5}" dt="2026-03-31T04:48:58.840" v="45" actId="20577"/>
          <ac:spMkLst>
            <pc:docMk/>
            <pc:sldMk cId="0" sldId="271"/>
            <ac:spMk id="117" creationId="{00000000-0000-0000-0000-000000000000}"/>
          </ac:spMkLst>
        </pc:spChg>
      </pc:sldChg>
      <pc:sldChg chg="addSp delSp modSp mod">
        <pc:chgData name="sai raj" userId="44fccbce57bf221a" providerId="LiveId" clId="{96C05779-9407-4CC9-9C57-735EFD4B50B5}" dt="2026-03-31T09:46:25.638" v="340" actId="2711"/>
        <pc:sldMkLst>
          <pc:docMk/>
          <pc:sldMk cId="0" sldId="272"/>
        </pc:sldMkLst>
        <pc:spChg chg="add del mod">
          <ac:chgData name="sai raj" userId="44fccbce57bf221a" providerId="LiveId" clId="{96C05779-9407-4CC9-9C57-735EFD4B50B5}" dt="2026-03-31T09:19:18.258" v="152"/>
          <ac:spMkLst>
            <pc:docMk/>
            <pc:sldMk cId="0" sldId="272"/>
            <ac:spMk id="2" creationId="{D2F417D4-86AD-2530-7F9A-B8DF706A714E}"/>
          </ac:spMkLst>
        </pc:spChg>
        <pc:spChg chg="add mod">
          <ac:chgData name="sai raj" userId="44fccbce57bf221a" providerId="LiveId" clId="{96C05779-9407-4CC9-9C57-735EFD4B50B5}" dt="2026-03-31T09:46:21.402" v="339" actId="2711"/>
          <ac:spMkLst>
            <pc:docMk/>
            <pc:sldMk cId="0" sldId="272"/>
            <ac:spMk id="3" creationId="{FB0249DF-F0E8-1F6A-2867-336C690ACCC3}"/>
          </ac:spMkLst>
        </pc:spChg>
        <pc:spChg chg="add">
          <ac:chgData name="sai raj" userId="44fccbce57bf221a" providerId="LiveId" clId="{96C05779-9407-4CC9-9C57-735EFD4B50B5}" dt="2026-03-31T09:19:42.138" v="156"/>
          <ac:spMkLst>
            <pc:docMk/>
            <pc:sldMk cId="0" sldId="272"/>
            <ac:spMk id="4" creationId="{AE51F6C7-C654-103D-C4A6-2F385194372D}"/>
          </ac:spMkLst>
        </pc:spChg>
        <pc:spChg chg="add">
          <ac:chgData name="sai raj" userId="44fccbce57bf221a" providerId="LiveId" clId="{96C05779-9407-4CC9-9C57-735EFD4B50B5}" dt="2026-03-31T09:19:48.509" v="159"/>
          <ac:spMkLst>
            <pc:docMk/>
            <pc:sldMk cId="0" sldId="272"/>
            <ac:spMk id="5" creationId="{2B899C59-A10D-F85B-69A7-5C2424DA2B91}"/>
          </ac:spMkLst>
        </pc:spChg>
        <pc:spChg chg="mod">
          <ac:chgData name="sai raj" userId="44fccbce57bf221a" providerId="LiveId" clId="{96C05779-9407-4CC9-9C57-735EFD4B50B5}" dt="2026-03-31T09:46:25.638" v="340" actId="2711"/>
          <ac:spMkLst>
            <pc:docMk/>
            <pc:sldMk cId="0" sldId="272"/>
            <ac:spMk id="124" creationId="{00000000-0000-0000-0000-000000000000}"/>
          </ac:spMkLst>
        </pc:spChg>
        <pc:picChg chg="mod">
          <ac:chgData name="sai raj" userId="44fccbce57bf221a" providerId="LiveId" clId="{96C05779-9407-4CC9-9C57-735EFD4B50B5}" dt="2026-03-31T09:14:36.708" v="138" actId="1076"/>
          <ac:picMkLst>
            <pc:docMk/>
            <pc:sldMk cId="0" sldId="272"/>
            <ac:picMk id="125" creationId="{00000000-0000-0000-0000-000000000000}"/>
          </ac:picMkLst>
        </pc:picChg>
      </pc:sldChg>
      <pc:sldChg chg="addSp delSp modSp mod">
        <pc:chgData name="sai raj" userId="44fccbce57bf221a" providerId="LiveId" clId="{96C05779-9407-4CC9-9C57-735EFD4B50B5}" dt="2026-03-31T09:46:33.414" v="341" actId="2711"/>
        <pc:sldMkLst>
          <pc:docMk/>
          <pc:sldMk cId="0" sldId="273"/>
        </pc:sldMkLst>
        <pc:spChg chg="add del mod">
          <ac:chgData name="sai raj" userId="44fccbce57bf221a" providerId="LiveId" clId="{96C05779-9407-4CC9-9C57-735EFD4B50B5}" dt="2026-03-31T09:23:29.378" v="185"/>
          <ac:spMkLst>
            <pc:docMk/>
            <pc:sldMk cId="0" sldId="273"/>
            <ac:spMk id="2" creationId="{11EB6184-CA14-736A-5E8B-62128EE039B4}"/>
          </ac:spMkLst>
        </pc:spChg>
        <pc:spChg chg="add mod">
          <ac:chgData name="sai raj" userId="44fccbce57bf221a" providerId="LiveId" clId="{96C05779-9407-4CC9-9C57-735EFD4B50B5}" dt="2026-03-31T09:46:33.414" v="341" actId="2711"/>
          <ac:spMkLst>
            <pc:docMk/>
            <pc:sldMk cId="0" sldId="273"/>
            <ac:spMk id="3" creationId="{090269D8-895F-359B-C8BA-162F6E186E48}"/>
          </ac:spMkLst>
        </pc:spChg>
        <pc:spChg chg="add">
          <ac:chgData name="sai raj" userId="44fccbce57bf221a" providerId="LiveId" clId="{96C05779-9407-4CC9-9C57-735EFD4B50B5}" dt="2026-03-31T09:24:42.135" v="190"/>
          <ac:spMkLst>
            <pc:docMk/>
            <pc:sldMk cId="0" sldId="273"/>
            <ac:spMk id="4" creationId="{F0D76F33-74E1-9750-CA00-A5C1477C1259}"/>
          </ac:spMkLst>
        </pc:spChg>
        <pc:spChg chg="mod">
          <ac:chgData name="sai raj" userId="44fccbce57bf221a" providerId="LiveId" clId="{96C05779-9407-4CC9-9C57-735EFD4B50B5}" dt="2026-03-31T09:46:33.414" v="341" actId="2711"/>
          <ac:spMkLst>
            <pc:docMk/>
            <pc:sldMk cId="0" sldId="273"/>
            <ac:spMk id="131" creationId="{00000000-0000-0000-0000-000000000000}"/>
          </ac:spMkLst>
        </pc:spChg>
        <pc:picChg chg="mod">
          <ac:chgData name="sai raj" userId="44fccbce57bf221a" providerId="LiveId" clId="{96C05779-9407-4CC9-9C57-735EFD4B50B5}" dt="2026-03-31T09:26:40.844" v="206" actId="14100"/>
          <ac:picMkLst>
            <pc:docMk/>
            <pc:sldMk cId="0" sldId="273"/>
            <ac:picMk id="132" creationId="{00000000-0000-0000-0000-000000000000}"/>
          </ac:picMkLst>
        </pc:picChg>
      </pc:sldChg>
      <pc:sldChg chg="addSp delSp modSp mod">
        <pc:chgData name="sai raj" userId="44fccbce57bf221a" providerId="LiveId" clId="{96C05779-9407-4CC9-9C57-735EFD4B50B5}" dt="2026-03-31T09:47:43.696" v="349" actId="2711"/>
        <pc:sldMkLst>
          <pc:docMk/>
          <pc:sldMk cId="0" sldId="274"/>
        </pc:sldMkLst>
        <pc:spChg chg="add del mod">
          <ac:chgData name="sai raj" userId="44fccbce57bf221a" providerId="LiveId" clId="{96C05779-9407-4CC9-9C57-735EFD4B50B5}" dt="2026-03-31T09:47:43.696" v="349" actId="2711"/>
          <ac:spMkLst>
            <pc:docMk/>
            <pc:sldMk cId="0" sldId="274"/>
            <ac:spMk id="2" creationId="{328F24A0-0385-8067-35CA-669124328369}"/>
          </ac:spMkLst>
        </pc:spChg>
        <pc:spChg chg="add">
          <ac:chgData name="sai raj" userId="44fccbce57bf221a" providerId="LiveId" clId="{96C05779-9407-4CC9-9C57-735EFD4B50B5}" dt="2026-03-31T09:30:31.726" v="217"/>
          <ac:spMkLst>
            <pc:docMk/>
            <pc:sldMk cId="0" sldId="274"/>
            <ac:spMk id="3" creationId="{CDB34C19-B469-8F05-85E8-D14CE5BCC144}"/>
          </ac:spMkLst>
        </pc:spChg>
        <pc:spChg chg="add">
          <ac:chgData name="sai raj" userId="44fccbce57bf221a" providerId="LiveId" clId="{96C05779-9407-4CC9-9C57-735EFD4B50B5}" dt="2026-03-31T09:30:34.974" v="218"/>
          <ac:spMkLst>
            <pc:docMk/>
            <pc:sldMk cId="0" sldId="274"/>
            <ac:spMk id="4" creationId="{600FD8E5-F895-AB31-CDFE-36C05C4D1A75}"/>
          </ac:spMkLst>
        </pc:spChg>
        <pc:spChg chg="add">
          <ac:chgData name="sai raj" userId="44fccbce57bf221a" providerId="LiveId" clId="{96C05779-9407-4CC9-9C57-735EFD4B50B5}" dt="2026-03-31T09:30:41.304" v="219"/>
          <ac:spMkLst>
            <pc:docMk/>
            <pc:sldMk cId="0" sldId="274"/>
            <ac:spMk id="5" creationId="{1D8DC9E7-A95B-E8DD-5144-C43083A2407B}"/>
          </ac:spMkLst>
        </pc:spChg>
        <pc:spChg chg="add">
          <ac:chgData name="sai raj" userId="44fccbce57bf221a" providerId="LiveId" clId="{96C05779-9407-4CC9-9C57-735EFD4B50B5}" dt="2026-03-31T09:30:49.311" v="221"/>
          <ac:spMkLst>
            <pc:docMk/>
            <pc:sldMk cId="0" sldId="274"/>
            <ac:spMk id="6" creationId="{19105FAA-8EC5-10E8-0A37-164AFAD102B6}"/>
          </ac:spMkLst>
        </pc:spChg>
        <pc:spChg chg="add del mod">
          <ac:chgData name="sai raj" userId="44fccbce57bf221a" providerId="LiveId" clId="{96C05779-9407-4CC9-9C57-735EFD4B50B5}" dt="2026-03-31T09:31:09.720" v="229" actId="478"/>
          <ac:spMkLst>
            <pc:docMk/>
            <pc:sldMk cId="0" sldId="274"/>
            <ac:spMk id="7" creationId="{FA81661B-D83D-C94E-1847-E1E4A842E2C0}"/>
          </ac:spMkLst>
        </pc:spChg>
        <pc:spChg chg="add">
          <ac:chgData name="sai raj" userId="44fccbce57bf221a" providerId="LiveId" clId="{96C05779-9407-4CC9-9C57-735EFD4B50B5}" dt="2026-03-31T09:31:13.596" v="231"/>
          <ac:spMkLst>
            <pc:docMk/>
            <pc:sldMk cId="0" sldId="274"/>
            <ac:spMk id="8" creationId="{03C59A00-4C7A-4888-CCCF-C7B8CACE5A80}"/>
          </ac:spMkLst>
        </pc:spChg>
        <pc:spChg chg="mod">
          <ac:chgData name="sai raj" userId="44fccbce57bf221a" providerId="LiveId" clId="{96C05779-9407-4CC9-9C57-735EFD4B50B5}" dt="2026-03-31T09:46:42.463" v="342" actId="2711"/>
          <ac:spMkLst>
            <pc:docMk/>
            <pc:sldMk cId="0" sldId="274"/>
            <ac:spMk id="138" creationId="{00000000-0000-0000-0000-000000000000}"/>
          </ac:spMkLst>
        </pc:spChg>
        <pc:picChg chg="mod">
          <ac:chgData name="sai raj" userId="44fccbce57bf221a" providerId="LiveId" clId="{96C05779-9407-4CC9-9C57-735EFD4B50B5}" dt="2026-03-31T09:14:07.604" v="131" actId="1076"/>
          <ac:picMkLst>
            <pc:docMk/>
            <pc:sldMk cId="0" sldId="274"/>
            <ac:picMk id="139" creationId="{00000000-0000-0000-0000-000000000000}"/>
          </ac:picMkLst>
        </pc:picChg>
      </pc:sldChg>
      <pc:sldChg chg="addSp delSp modSp mod">
        <pc:chgData name="sai raj" userId="44fccbce57bf221a" providerId="LiveId" clId="{96C05779-9407-4CC9-9C57-735EFD4B50B5}" dt="2026-03-31T09:47:34.203" v="348" actId="2711"/>
        <pc:sldMkLst>
          <pc:docMk/>
          <pc:sldMk cId="0" sldId="275"/>
        </pc:sldMkLst>
        <pc:spChg chg="add del mod">
          <ac:chgData name="sai raj" userId="44fccbce57bf221a" providerId="LiveId" clId="{96C05779-9407-4CC9-9C57-735EFD4B50B5}" dt="2026-03-31T09:33:12.547" v="244"/>
          <ac:spMkLst>
            <pc:docMk/>
            <pc:sldMk cId="0" sldId="275"/>
            <ac:spMk id="2" creationId="{AEFE7695-B879-B1C5-3F33-2DB59213ACFB}"/>
          </ac:spMkLst>
        </pc:spChg>
        <pc:spChg chg="add mod">
          <ac:chgData name="sai raj" userId="44fccbce57bf221a" providerId="LiveId" clId="{96C05779-9407-4CC9-9C57-735EFD4B50B5}" dt="2026-03-31T09:47:34.203" v="348" actId="2711"/>
          <ac:spMkLst>
            <pc:docMk/>
            <pc:sldMk cId="0" sldId="275"/>
            <ac:spMk id="3" creationId="{D067194C-8BAF-C50E-5C02-EE996B1A3DC7}"/>
          </ac:spMkLst>
        </pc:spChg>
        <pc:spChg chg="mod">
          <ac:chgData name="sai raj" userId="44fccbce57bf221a" providerId="LiveId" clId="{96C05779-9407-4CC9-9C57-735EFD4B50B5}" dt="2026-03-31T09:46:55.274" v="344" actId="2711"/>
          <ac:spMkLst>
            <pc:docMk/>
            <pc:sldMk cId="0" sldId="275"/>
            <ac:spMk id="145" creationId="{00000000-0000-0000-0000-000000000000}"/>
          </ac:spMkLst>
        </pc:spChg>
        <pc:picChg chg="mod">
          <ac:chgData name="sai raj" userId="44fccbce57bf221a" providerId="LiveId" clId="{96C05779-9407-4CC9-9C57-735EFD4B50B5}" dt="2026-03-31T09:15:06.311" v="144" actId="1076"/>
          <ac:picMkLst>
            <pc:docMk/>
            <pc:sldMk cId="0" sldId="275"/>
            <ac:picMk id="146" creationId="{00000000-0000-0000-0000-000000000000}"/>
          </ac:picMkLst>
        </pc:picChg>
      </pc:sldChg>
      <pc:sldChg chg="addSp modSp mod">
        <pc:chgData name="sai raj" userId="44fccbce57bf221a" providerId="LiveId" clId="{96C05779-9407-4CC9-9C57-735EFD4B50B5}" dt="2026-03-31T09:47:57.840" v="351" actId="2711"/>
        <pc:sldMkLst>
          <pc:docMk/>
          <pc:sldMk cId="0" sldId="276"/>
        </pc:sldMkLst>
        <pc:spChg chg="add mod">
          <ac:chgData name="sai raj" userId="44fccbce57bf221a" providerId="LiveId" clId="{96C05779-9407-4CC9-9C57-735EFD4B50B5}" dt="2026-03-31T09:47:57.840" v="351" actId="2711"/>
          <ac:spMkLst>
            <pc:docMk/>
            <pc:sldMk cId="0" sldId="276"/>
            <ac:spMk id="2" creationId="{F8EC4937-663D-AB0F-9994-E93BAC695582}"/>
          </ac:spMkLst>
        </pc:spChg>
        <pc:spChg chg="mod">
          <ac:chgData name="sai raj" userId="44fccbce57bf221a" providerId="LiveId" clId="{96C05779-9407-4CC9-9C57-735EFD4B50B5}" dt="2026-03-31T09:47:12.255" v="346" actId="14100"/>
          <ac:spMkLst>
            <pc:docMk/>
            <pc:sldMk cId="0" sldId="276"/>
            <ac:spMk id="46" creationId="{00000000-0000-0000-0000-000000000000}"/>
          </ac:spMkLst>
        </pc:spChg>
        <pc:picChg chg="mod">
          <ac:chgData name="sai raj" userId="44fccbce57bf221a" providerId="LiveId" clId="{96C05779-9407-4CC9-9C57-735EFD4B50B5}" dt="2026-03-31T09:47:12.255" v="346" actId="14100"/>
          <ac:picMkLst>
            <pc:docMk/>
            <pc:sldMk cId="0" sldId="276"/>
            <ac:picMk id="47" creationId="{00000000-0000-0000-0000-000000000000}"/>
          </ac:picMkLst>
        </pc:picChg>
      </pc:sldChg>
      <pc:sldChg chg="addSp delSp modSp mod">
        <pc:chgData name="sai raj" userId="44fccbce57bf221a" providerId="LiveId" clId="{96C05779-9407-4CC9-9C57-735EFD4B50B5}" dt="2026-03-31T09:50:46.016" v="377" actId="113"/>
        <pc:sldMkLst>
          <pc:docMk/>
          <pc:sldMk cId="0" sldId="277"/>
        </pc:sldMkLst>
        <pc:spChg chg="add del mod">
          <ac:chgData name="sai raj" userId="44fccbce57bf221a" providerId="LiveId" clId="{96C05779-9407-4CC9-9C57-735EFD4B50B5}" dt="2026-03-31T09:45:10.791" v="332"/>
          <ac:spMkLst>
            <pc:docMk/>
            <pc:sldMk cId="0" sldId="277"/>
            <ac:spMk id="2" creationId="{96F1F6A1-90CF-48B2-4B03-CF1AB47094AB}"/>
          </ac:spMkLst>
        </pc:spChg>
        <pc:spChg chg="add mod">
          <ac:chgData name="sai raj" userId="44fccbce57bf221a" providerId="LiveId" clId="{96C05779-9407-4CC9-9C57-735EFD4B50B5}" dt="2026-03-31T09:50:46.016" v="377" actId="113"/>
          <ac:spMkLst>
            <pc:docMk/>
            <pc:sldMk cId="0" sldId="277"/>
            <ac:spMk id="3" creationId="{4F69AB22-D2C6-004F-FB23-A8B2719CC02F}"/>
          </ac:spMkLst>
        </pc:spChg>
        <pc:spChg chg="mod">
          <ac:chgData name="sai raj" userId="44fccbce57bf221a" providerId="LiveId" clId="{96C05779-9407-4CC9-9C57-735EFD4B50B5}" dt="2026-03-31T09:13:35.557" v="127" actId="1076"/>
          <ac:spMkLst>
            <pc:docMk/>
            <pc:sldMk cId="0" sldId="277"/>
            <ac:spMk id="53" creationId="{00000000-0000-0000-0000-000000000000}"/>
          </ac:spMkLst>
        </pc:spChg>
        <pc:picChg chg="mod">
          <ac:chgData name="sai raj" userId="44fccbce57bf221a" providerId="LiveId" clId="{96C05779-9407-4CC9-9C57-735EFD4B50B5}" dt="2026-03-31T09:13:28.575" v="126" actId="1076"/>
          <ac:picMkLst>
            <pc:docMk/>
            <pc:sldMk cId="0" sldId="277"/>
            <ac:picMk id="54" creationId="{00000000-0000-0000-0000-000000000000}"/>
          </ac:picMkLst>
        </pc:picChg>
      </pc:sldChg>
      <pc:sldChg chg="modSp mod">
        <pc:chgData name="sai raj" userId="44fccbce57bf221a" providerId="LiveId" clId="{96C05779-9407-4CC9-9C57-735EFD4B50B5}" dt="2026-03-31T04:49:31.706" v="52" actId="113"/>
        <pc:sldMkLst>
          <pc:docMk/>
          <pc:sldMk cId="0" sldId="278"/>
        </pc:sldMkLst>
        <pc:spChg chg="mod">
          <ac:chgData name="sai raj" userId="44fccbce57bf221a" providerId="LiveId" clId="{96C05779-9407-4CC9-9C57-735EFD4B50B5}" dt="2026-03-31T04:49:31.706" v="52" actId="113"/>
          <ac:spMkLst>
            <pc:docMk/>
            <pc:sldMk cId="0" sldId="278"/>
            <ac:spMk id="60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49:39.527" v="53" actId="113"/>
        <pc:sldMkLst>
          <pc:docMk/>
          <pc:sldMk cId="0" sldId="279"/>
        </pc:sldMkLst>
        <pc:spChg chg="mod">
          <ac:chgData name="sai raj" userId="44fccbce57bf221a" providerId="LiveId" clId="{96C05779-9407-4CC9-9C57-735EFD4B50B5}" dt="2026-03-31T04:49:39.527" v="53" actId="113"/>
          <ac:spMkLst>
            <pc:docMk/>
            <pc:sldMk cId="0" sldId="279"/>
            <ac:spMk id="76" creationId="{00000000-0000-0000-0000-000000000000}"/>
          </ac:spMkLst>
        </pc:spChg>
        <pc:spChg chg="mod">
          <ac:chgData name="sai raj" userId="44fccbce57bf221a" providerId="LiveId" clId="{96C05779-9407-4CC9-9C57-735EFD4B50B5}" dt="2026-03-31T04:49:39.527" v="53" actId="113"/>
          <ac:spMkLst>
            <pc:docMk/>
            <pc:sldMk cId="0" sldId="279"/>
            <ac:spMk id="77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47.182" v="66" actId="113"/>
        <pc:sldMkLst>
          <pc:docMk/>
          <pc:sldMk cId="0" sldId="280"/>
        </pc:sldMkLst>
        <pc:spChg chg="mod">
          <ac:chgData name="sai raj" userId="44fccbce57bf221a" providerId="LiveId" clId="{96C05779-9407-4CC9-9C57-735EFD4B50B5}" dt="2026-03-31T04:50:47.182" v="66" actId="113"/>
          <ac:spMkLst>
            <pc:docMk/>
            <pc:sldMk cId="0" sldId="280"/>
            <ac:spMk id="83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42.196" v="65" actId="113"/>
        <pc:sldMkLst>
          <pc:docMk/>
          <pc:sldMk cId="0" sldId="281"/>
        </pc:sldMkLst>
        <pc:spChg chg="mod">
          <ac:chgData name="sai raj" userId="44fccbce57bf221a" providerId="LiveId" clId="{96C05779-9407-4CC9-9C57-735EFD4B50B5}" dt="2026-03-31T04:50:42.196" v="65" actId="113"/>
          <ac:spMkLst>
            <pc:docMk/>
            <pc:sldMk cId="0" sldId="281"/>
            <ac:spMk id="90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35.173" v="64" actId="113"/>
        <pc:sldMkLst>
          <pc:docMk/>
          <pc:sldMk cId="0" sldId="282"/>
        </pc:sldMkLst>
        <pc:spChg chg="mod">
          <ac:chgData name="sai raj" userId="44fccbce57bf221a" providerId="LiveId" clId="{96C05779-9407-4CC9-9C57-735EFD4B50B5}" dt="2026-03-31T04:50:35.173" v="64" actId="113"/>
          <ac:spMkLst>
            <pc:docMk/>
            <pc:sldMk cId="0" sldId="282"/>
            <ac:spMk id="97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30.704" v="63" actId="113"/>
        <pc:sldMkLst>
          <pc:docMk/>
          <pc:sldMk cId="0" sldId="283"/>
        </pc:sldMkLst>
        <pc:spChg chg="mod">
          <ac:chgData name="sai raj" userId="44fccbce57bf221a" providerId="LiveId" clId="{96C05779-9407-4CC9-9C57-735EFD4B50B5}" dt="2026-03-31T04:50:30.704" v="63" actId="113"/>
          <ac:spMkLst>
            <pc:docMk/>
            <pc:sldMk cId="0" sldId="283"/>
            <ac:spMk id="104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26.868" v="62" actId="113"/>
        <pc:sldMkLst>
          <pc:docMk/>
          <pc:sldMk cId="0" sldId="284"/>
        </pc:sldMkLst>
        <pc:spChg chg="mod">
          <ac:chgData name="sai raj" userId="44fccbce57bf221a" providerId="LiveId" clId="{96C05779-9407-4CC9-9C57-735EFD4B50B5}" dt="2026-03-31T04:50:26.868" v="62" actId="113"/>
          <ac:spMkLst>
            <pc:docMk/>
            <pc:sldMk cId="0" sldId="284"/>
            <ac:spMk id="111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21.495" v="61" actId="14100"/>
        <pc:sldMkLst>
          <pc:docMk/>
          <pc:sldMk cId="0" sldId="285"/>
        </pc:sldMkLst>
        <pc:spChg chg="mod">
          <ac:chgData name="sai raj" userId="44fccbce57bf221a" providerId="LiveId" clId="{96C05779-9407-4CC9-9C57-735EFD4B50B5}" dt="2026-03-31T04:50:21.495" v="61" actId="14100"/>
          <ac:spMkLst>
            <pc:docMk/>
            <pc:sldMk cId="0" sldId="285"/>
            <ac:spMk id="118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12.831" v="59" actId="113"/>
        <pc:sldMkLst>
          <pc:docMk/>
          <pc:sldMk cId="0" sldId="286"/>
        </pc:sldMkLst>
        <pc:spChg chg="mod">
          <ac:chgData name="sai raj" userId="44fccbce57bf221a" providerId="LiveId" clId="{96C05779-9407-4CC9-9C57-735EFD4B50B5}" dt="2026-03-31T04:50:12.831" v="59" actId="113"/>
          <ac:spMkLst>
            <pc:docMk/>
            <pc:sldMk cId="0" sldId="286"/>
            <ac:spMk id="34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4:50:08.063" v="58" actId="113"/>
        <pc:sldMkLst>
          <pc:docMk/>
          <pc:sldMk cId="0" sldId="287"/>
        </pc:sldMkLst>
        <pc:spChg chg="mod">
          <ac:chgData name="sai raj" userId="44fccbce57bf221a" providerId="LiveId" clId="{96C05779-9407-4CC9-9C57-735EFD4B50B5}" dt="2026-03-31T04:50:08.063" v="58" actId="113"/>
          <ac:spMkLst>
            <pc:docMk/>
            <pc:sldMk cId="0" sldId="287"/>
            <ac:spMk id="41" creationId="{00000000-0000-0000-0000-000000000000}"/>
          </ac:spMkLst>
        </pc:spChg>
      </pc:sldChg>
      <pc:sldChg chg="modSp mod">
        <pc:chgData name="sai raj" userId="44fccbce57bf221a" providerId="LiveId" clId="{96C05779-9407-4CC9-9C57-735EFD4B50B5}" dt="2026-03-31T09:53:06.236" v="379" actId="1076"/>
        <pc:sldMkLst>
          <pc:docMk/>
          <pc:sldMk cId="0" sldId="288"/>
        </pc:sldMkLst>
        <pc:spChg chg="mod">
          <ac:chgData name="sai raj" userId="44fccbce57bf221a" providerId="LiveId" clId="{96C05779-9407-4CC9-9C57-735EFD4B50B5}" dt="2026-03-31T09:53:06.236" v="379" actId="1076"/>
          <ac:spMkLst>
            <pc:docMk/>
            <pc:sldMk cId="0" sldId="288"/>
            <ac:spMk id="48" creationId="{00000000-0000-0000-0000-000000000000}"/>
          </ac:spMkLst>
        </pc:spChg>
      </pc:sldChg>
      <pc:sldChg chg="modSp mod ord">
        <pc:chgData name="sai raj" userId="44fccbce57bf221a" providerId="LiveId" clId="{96C05779-9407-4CC9-9C57-735EFD4B50B5}" dt="2026-03-31T07:44:40.774" v="109"/>
        <pc:sldMkLst>
          <pc:docMk/>
          <pc:sldMk cId="0" sldId="289"/>
        </pc:sldMkLst>
        <pc:spChg chg="mod">
          <ac:chgData name="sai raj" userId="44fccbce57bf221a" providerId="LiveId" clId="{96C05779-9407-4CC9-9C57-735EFD4B50B5}" dt="2026-03-31T04:49:59.879" v="56" actId="113"/>
          <ac:spMkLst>
            <pc:docMk/>
            <pc:sldMk cId="0" sldId="289"/>
            <ac:spMk id="55" creationId="{00000000-0000-0000-0000-000000000000}"/>
          </ac:spMkLst>
        </pc:spChg>
      </pc:sldChg>
      <pc:sldChg chg="modSp mod ord">
        <pc:chgData name="sai raj" userId="44fccbce57bf221a" providerId="LiveId" clId="{96C05779-9407-4CC9-9C57-735EFD4B50B5}" dt="2026-03-31T07:44:30.333" v="107"/>
        <pc:sldMkLst>
          <pc:docMk/>
          <pc:sldMk cId="0" sldId="290"/>
        </pc:sldMkLst>
        <pc:spChg chg="mod">
          <ac:chgData name="sai raj" userId="44fccbce57bf221a" providerId="LiveId" clId="{96C05779-9407-4CC9-9C57-735EFD4B50B5}" dt="2026-03-31T04:49:55.276" v="55" actId="113"/>
          <ac:spMkLst>
            <pc:docMk/>
            <pc:sldMk cId="0" sldId="290"/>
            <ac:spMk id="73" creationId="{00000000-0000-0000-0000-000000000000}"/>
          </ac:spMkLst>
        </pc:spChg>
      </pc:sldChg>
      <pc:sldChg chg="modSp mod ord">
        <pc:chgData name="sai raj" userId="44fccbce57bf221a" providerId="LiveId" clId="{96C05779-9407-4CC9-9C57-735EFD4B50B5}" dt="2026-03-31T07:44:24.466" v="101"/>
        <pc:sldMkLst>
          <pc:docMk/>
          <pc:sldMk cId="0" sldId="291"/>
        </pc:sldMkLst>
        <pc:spChg chg="mod">
          <ac:chgData name="sai raj" userId="44fccbce57bf221a" providerId="LiveId" clId="{96C05779-9407-4CC9-9C57-735EFD4B50B5}" dt="2026-03-31T04:49:50.639" v="54" actId="113"/>
          <ac:spMkLst>
            <pc:docMk/>
            <pc:sldMk cId="0" sldId="291"/>
            <ac:spMk id="7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6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1595400" y="977275"/>
            <a:ext cx="9001200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1B54DA"/>
                </a:solidFill>
                <a:latin typeface="Poppins"/>
                <a:ea typeface="Poppins"/>
                <a:cs typeface="Poppins"/>
                <a:sym typeface="Poppins"/>
              </a:rPr>
              <a:t>Design and Development of Digital Agricultural Crop Prediction System</a:t>
            </a:r>
            <a:endParaRPr dirty="0">
              <a:solidFill>
                <a:srgbClr val="1B54DA"/>
              </a:solidFill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2305050" y="3411884"/>
            <a:ext cx="75819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Bachelor of Technology in Computer Science &amp; Engineering (2025-2026)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543300" y="5813970"/>
            <a:ext cx="5105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B54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Under the Esteemed Guidance of: Ms. S. Harshini (Asst. Prof, CSE)</a:t>
            </a:r>
            <a:endParaRPr dirty="0">
              <a:solidFill>
                <a:srgbClr val="1B54DA"/>
              </a:solidFill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3838500" y="6148345"/>
            <a:ext cx="4515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Baba Institute of Technology and Sciences, Visakhapatnam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2876550" y="4604295"/>
            <a:ext cx="30291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Teki Sai Raj (22NR1A05D8)</a:t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2781300" y="4909095"/>
            <a:ext cx="3219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6286500" y="4604295"/>
            <a:ext cx="30291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BH.V.V.S Akhil (23NR5A0502)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6191250" y="4909095"/>
            <a:ext cx="3219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876550" y="5204370"/>
            <a:ext cx="30291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Vanjarapu Arun Kumar (22NR1A05E0)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781300" y="5718720"/>
            <a:ext cx="3219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286500" y="5204370"/>
            <a:ext cx="30291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Tatta Siddhu (22NR1A05D6)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191250" y="5718720"/>
            <a:ext cx="3219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661491" y="995560"/>
            <a:ext cx="472550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Contents</a:t>
            </a:r>
            <a:endParaRPr sz="3708" b="1" i="0" u="none" strike="noStrike" cap="none" dirty="0">
              <a:solidFill>
                <a:srgbClr val="1B54DA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774625" y="1913250"/>
            <a:ext cx="10367000" cy="439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666" dirty="0">
                <a:latin typeface="Alexandria" panose="020B0604020202020204" charset="-78"/>
                <a:ea typeface="Alexandria Light"/>
                <a:cs typeface="Alexandria" panose="020B0604020202020204" charset="-78"/>
                <a:sym typeface="Alexandria Light"/>
              </a:rPr>
              <a:t>1. Introduction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en-US" sz="2666" dirty="0">
                <a:latin typeface="Alexandria" panose="020B0604020202020204" charset="-78"/>
                <a:ea typeface="Alexandria Light"/>
                <a:cs typeface="Alexandria" panose="020B0604020202020204" charset="-78"/>
                <a:sym typeface="Alexandria Light"/>
              </a:rPr>
              <a:t>2. SRS Overview</a:t>
            </a:r>
            <a:endParaRPr sz="2666" dirty="0">
              <a:latin typeface="Alexandria" panose="020B0604020202020204" charset="-78"/>
              <a:ea typeface="Alexandria Light"/>
              <a:cs typeface="Alexandria" panose="020B0604020202020204" charset="-78"/>
              <a:sym typeface="Alexandria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66" dirty="0">
                <a:latin typeface="Alexandria" panose="020B0604020202020204" charset="-78"/>
                <a:ea typeface="Alexandria Light"/>
                <a:cs typeface="Alexandria" panose="020B0604020202020204" charset="-78"/>
                <a:sym typeface="Alexandria Light"/>
              </a:rPr>
              <a:t>3. UML Diagrams  </a:t>
            </a:r>
            <a:endParaRPr sz="2666" dirty="0">
              <a:latin typeface="Alexandria" panose="020B0604020202020204" charset="-78"/>
              <a:ea typeface="Alexandria Light"/>
              <a:cs typeface="Alexandria" panose="020B0604020202020204" charset="-78"/>
              <a:sym typeface="Alexandria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66" dirty="0">
                <a:latin typeface="Alexandria" panose="020B0604020202020204" charset="-78"/>
                <a:ea typeface="Alexandria Light"/>
                <a:cs typeface="Alexandria" panose="020B0604020202020204" charset="-78"/>
                <a:sym typeface="Alexandria Light"/>
              </a:rPr>
              <a:t>4. </a:t>
            </a:r>
            <a:r>
              <a:rPr lang="en-US" sz="2666">
                <a:latin typeface="Alexandria" panose="020B0604020202020204" charset="-78"/>
                <a:ea typeface="Alexandria Light"/>
                <a:cs typeface="Alexandria" panose="020B0604020202020204" charset="-78"/>
                <a:sym typeface="Alexandria Light"/>
              </a:rPr>
              <a:t>Implementation</a:t>
            </a:r>
            <a:endParaRPr lang="en-US" sz="2666" dirty="0">
              <a:latin typeface="Alexandria" panose="020B0604020202020204" charset="-78"/>
              <a:ea typeface="Alexandria Light"/>
              <a:cs typeface="Alexandria" panose="020B0604020202020204" charset="-78"/>
              <a:sym typeface="Alexandria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66" dirty="0">
                <a:latin typeface="Alexandria" panose="020B0604020202020204" charset="-78"/>
                <a:ea typeface="Alexandria Light"/>
                <a:cs typeface="Alexandria" panose="020B0604020202020204" charset="-78"/>
                <a:sym typeface="Alexandria Light"/>
              </a:rPr>
              <a:t>5. Future Enhancements</a:t>
            </a:r>
            <a:endParaRPr sz="2666" dirty="0">
              <a:latin typeface="Alexandria" panose="020B0604020202020204" charset="-78"/>
              <a:ea typeface="Alexandria Light"/>
              <a:cs typeface="Alexandria" panose="020B0604020202020204" charset="-78"/>
              <a:sym typeface="Alexandria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/>
          <p:nvPr/>
        </p:nvSpPr>
        <p:spPr>
          <a:xfrm>
            <a:off x="661491" y="1933475"/>
            <a:ext cx="472549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Abstract</a:t>
            </a:r>
            <a:endParaRPr sz="3708" b="1" i="0" u="none" strike="noStrike" cap="none" dirty="0">
              <a:solidFill>
                <a:srgbClr val="1B54DA"/>
              </a:solidFill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61491" y="2807593"/>
            <a:ext cx="6297017" cy="211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404155"/>
              </a:buClr>
              <a:buSzPts val="1750"/>
            </a:pP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Agriculture faces challenges such as unpredictable weather, low productivity</a:t>
            </a:r>
            <a:r>
              <a:rPr lang="en-US" sz="1458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and</a:t>
            </a: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dependence </a:t>
            </a:r>
            <a:r>
              <a:rPr lang="en-US" sz="1458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on</a:t>
            </a: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traditional practices. This project proposes an intelligent, location-aware system that uses Machine Learning to transform farming into a data-driven process. Key features include crop recommendation, yield prediction, resource optimization, and disease detection. The goal is to improve productivity, reduce costs, and promote sustainable farming.</a:t>
            </a:r>
            <a:endParaRPr sz="1458" b="0" i="0" u="none" strike="noStrike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661491" y="2401193"/>
            <a:ext cx="9451081" cy="118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8900"/>
              <a:buFont typeface="Alexandria"/>
              <a:buNone/>
            </a:pPr>
            <a:r>
              <a:rPr lang="en-US" sz="7416" b="1" i="0" u="none" strike="noStrike" cap="none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CHAPTER 1</a:t>
            </a:r>
            <a:endParaRPr sz="7416" b="1" i="0" u="none" strike="noStrike" cap="none" dirty="0">
              <a:solidFill>
                <a:srgbClr val="1B54DA"/>
              </a:solidFill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661491" y="3866058"/>
            <a:ext cx="472549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INTRODUCTION</a:t>
            </a:r>
            <a:endParaRPr sz="3708" b="1" i="0" u="none" strike="noStrike" cap="non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5233491" y="624680"/>
            <a:ext cx="539432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Introduction</a:t>
            </a:r>
            <a:endParaRPr sz="3708" b="1" i="0" u="none" strike="noStrike" cap="none" dirty="0"/>
          </a:p>
        </p:txBody>
      </p:sp>
      <p:sp>
        <p:nvSpPr>
          <p:cNvPr id="81" name="Google Shape;81;p17"/>
          <p:cNvSpPr/>
          <p:nvPr/>
        </p:nvSpPr>
        <p:spPr>
          <a:xfrm>
            <a:off x="5233491" y="1498798"/>
            <a:ext cx="6297017" cy="473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Agriculture serves as a critical sector that supports the livelihoods of a massive population globally. The industry remains highly vulnerable due to its heavy dependence on unpredictable environmental factors such as climate change, soil degradation, and water scarcity.</a:t>
            </a:r>
            <a:endParaRPr sz="1458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endParaRPr>
          </a:p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Decision Gap</a:t>
            </a: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: Traditional farming practices rely heavily on experience and assumptions rather than scientific, real-time data, creating a gap between decision-making and actual field conditions.</a:t>
            </a:r>
            <a:endParaRPr sz="1458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Need for Modernization</a:t>
            </a: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: There is an urgent need to transform conventional farming into a modern, data-driven process to overcome limitations like poor yield and financial losses.</a:t>
            </a:r>
            <a:endParaRPr sz="1458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1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System Objective</a:t>
            </a: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: The proposed system leverages machine learning and data analytics to provide actionable insights tailored to specific geographic locations.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661491" y="1407815"/>
            <a:ext cx="472549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Problem Statement</a:t>
            </a:r>
            <a:endParaRPr sz="3708" b="1" i="0" u="none" strike="noStrike" cap="none" dirty="0"/>
          </a:p>
        </p:txBody>
      </p:sp>
      <p:sp>
        <p:nvSpPr>
          <p:cNvPr id="88" name="Google Shape;88;p18"/>
          <p:cNvSpPr/>
          <p:nvPr/>
        </p:nvSpPr>
        <p:spPr>
          <a:xfrm>
            <a:off x="661491" y="2376487"/>
            <a:ext cx="5339953" cy="1442343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636091" y="2376487"/>
            <a:ext cx="101600" cy="1442343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7694A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952103" y="2590899"/>
            <a:ext cx="41058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 dirty="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Lack of Location-Specific Guidance</a:t>
            </a:r>
            <a:endParaRPr sz="1833" b="0" i="0" u="none" strike="noStrike" cap="none" dirty="0"/>
          </a:p>
        </p:txBody>
      </p:sp>
      <p:sp>
        <p:nvSpPr>
          <p:cNvPr id="91" name="Google Shape;91;p18"/>
          <p:cNvSpPr/>
          <p:nvPr/>
        </p:nvSpPr>
        <p:spPr>
          <a:xfrm>
            <a:off x="952103" y="2999580"/>
            <a:ext cx="4834930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Crop selection is often based on past trends rather than soil suitability.</a:t>
            </a:r>
            <a:endParaRPr sz="1458" b="0" i="0" u="none" strike="noStrike" cap="none" dirty="0"/>
          </a:p>
        </p:txBody>
      </p:sp>
      <p:sp>
        <p:nvSpPr>
          <p:cNvPr id="92" name="Google Shape;92;p18"/>
          <p:cNvSpPr/>
          <p:nvPr/>
        </p:nvSpPr>
        <p:spPr>
          <a:xfrm>
            <a:off x="6190456" y="2376487"/>
            <a:ext cx="5340052" cy="1442343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6165055" y="2376487"/>
            <a:ext cx="101600" cy="1442343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6481068" y="2590899"/>
            <a:ext cx="3986609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Inefficient Resource Management</a:t>
            </a:r>
            <a:endParaRPr sz="1833" b="0" i="0" u="none" strike="noStrike" cap="none"/>
          </a:p>
        </p:txBody>
      </p:sp>
      <p:sp>
        <p:nvSpPr>
          <p:cNvPr id="95" name="Google Shape;95;p18"/>
          <p:cNvSpPr/>
          <p:nvPr/>
        </p:nvSpPr>
        <p:spPr>
          <a:xfrm>
            <a:off x="6481068" y="2999580"/>
            <a:ext cx="483502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Excessive or insufficient use of water and fertilizers.</a:t>
            </a:r>
            <a:endParaRPr sz="1458" b="0" i="0" u="none" strike="noStrike" cap="none"/>
          </a:p>
        </p:txBody>
      </p:sp>
      <p:sp>
        <p:nvSpPr>
          <p:cNvPr id="96" name="Google Shape;96;p18"/>
          <p:cNvSpPr/>
          <p:nvPr/>
        </p:nvSpPr>
        <p:spPr>
          <a:xfrm>
            <a:off x="661491" y="4007842"/>
            <a:ext cx="5339953" cy="1442343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636091" y="4007842"/>
            <a:ext cx="101600" cy="1442343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952103" y="4222254"/>
            <a:ext cx="255389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 dirty="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Weather Vulnerability</a:t>
            </a:r>
            <a:endParaRPr sz="1833" b="0" i="0" u="none" strike="noStrike" cap="none" dirty="0"/>
          </a:p>
        </p:txBody>
      </p:sp>
      <p:sp>
        <p:nvSpPr>
          <p:cNvPr id="99" name="Google Shape;99;p18"/>
          <p:cNvSpPr/>
          <p:nvPr/>
        </p:nvSpPr>
        <p:spPr>
          <a:xfrm>
            <a:off x="952103" y="4630935"/>
            <a:ext cx="4834930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Lack of systems to adjust farming based on real-time weather changes.</a:t>
            </a:r>
            <a:endParaRPr sz="1458" b="0" i="0" u="none" strike="noStrike" cap="none"/>
          </a:p>
        </p:txBody>
      </p:sp>
      <p:sp>
        <p:nvSpPr>
          <p:cNvPr id="100" name="Google Shape;100;p18"/>
          <p:cNvSpPr/>
          <p:nvPr/>
        </p:nvSpPr>
        <p:spPr>
          <a:xfrm>
            <a:off x="6190456" y="4007842"/>
            <a:ext cx="5340052" cy="1442343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6165055" y="4007842"/>
            <a:ext cx="101600" cy="1442343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6481068" y="4222254"/>
            <a:ext cx="266958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Late Disease Detection</a:t>
            </a:r>
            <a:endParaRPr sz="1833" b="0" i="0" u="none" strike="noStrike" cap="none"/>
          </a:p>
        </p:txBody>
      </p:sp>
      <p:sp>
        <p:nvSpPr>
          <p:cNvPr id="103" name="Google Shape;103;p18"/>
          <p:cNvSpPr/>
          <p:nvPr/>
        </p:nvSpPr>
        <p:spPr>
          <a:xfrm>
            <a:off x="6481068" y="4630935"/>
            <a:ext cx="483502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Manual inspection is slow and often inaccurate.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661491" y="1940123"/>
            <a:ext cx="472549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Feasibility Study</a:t>
            </a:r>
            <a:endParaRPr sz="3708" b="1" i="0" u="none" strike="noStrike" cap="none" dirty="0"/>
          </a:p>
        </p:txBody>
      </p:sp>
      <p:sp>
        <p:nvSpPr>
          <p:cNvPr id="110" name="Google Shape;110;p19"/>
          <p:cNvSpPr/>
          <p:nvPr/>
        </p:nvSpPr>
        <p:spPr>
          <a:xfrm>
            <a:off x="661491" y="2908795"/>
            <a:ext cx="3496965" cy="2009080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856853" y="3104157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Technical</a:t>
            </a:r>
            <a:endParaRPr sz="1833" b="0" i="0" u="none" strike="noStrike" cap="none"/>
          </a:p>
        </p:txBody>
      </p:sp>
      <p:sp>
        <p:nvSpPr>
          <p:cNvPr id="112" name="Google Shape;112;p19"/>
          <p:cNvSpPr/>
          <p:nvPr/>
        </p:nvSpPr>
        <p:spPr>
          <a:xfrm>
            <a:off x="856853" y="3512840"/>
            <a:ext cx="31062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Uses available hardware (smartphones/kits) and mature software (Python, React, TensorFlow).</a:t>
            </a:r>
            <a:endParaRPr sz="1458" b="0" i="0" u="none" strike="noStrike" cap="none" dirty="0"/>
          </a:p>
        </p:txBody>
      </p:sp>
      <p:sp>
        <p:nvSpPr>
          <p:cNvPr id="113" name="Google Shape;113;p19"/>
          <p:cNvSpPr/>
          <p:nvPr/>
        </p:nvSpPr>
        <p:spPr>
          <a:xfrm>
            <a:off x="4347468" y="2908795"/>
            <a:ext cx="3496965" cy="2009080"/>
          </a:xfrm>
          <a:prstGeom prst="roundRect">
            <a:avLst>
              <a:gd name="adj" fmla="val 4862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4542830" y="3104157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Operational</a:t>
            </a:r>
            <a:endParaRPr sz="1833" b="0" i="0" u="none" strike="noStrike" cap="none"/>
          </a:p>
        </p:txBody>
      </p:sp>
      <p:sp>
        <p:nvSpPr>
          <p:cNvPr id="115" name="Google Shape;115;p19"/>
          <p:cNvSpPr/>
          <p:nvPr/>
        </p:nvSpPr>
        <p:spPr>
          <a:xfrm>
            <a:off x="4542830" y="3512840"/>
            <a:ext cx="3106241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Simple UI which ensures user acceptance.</a:t>
            </a:r>
            <a:endParaRPr sz="1458" b="0" i="0" u="none" strike="noStrike" cap="none" dirty="0"/>
          </a:p>
        </p:txBody>
      </p:sp>
      <p:sp>
        <p:nvSpPr>
          <p:cNvPr id="116" name="Google Shape;116;p19"/>
          <p:cNvSpPr/>
          <p:nvPr/>
        </p:nvSpPr>
        <p:spPr>
          <a:xfrm>
            <a:off x="8033444" y="2908795"/>
            <a:ext cx="3496965" cy="2009080"/>
          </a:xfrm>
          <a:prstGeom prst="roundRect">
            <a:avLst>
              <a:gd name="adj" fmla="val 3952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8228806" y="3104157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Economic</a:t>
            </a:r>
            <a:endParaRPr sz="1833" b="0" i="0" u="none" strike="noStrike" cap="none"/>
          </a:p>
        </p:txBody>
      </p:sp>
      <p:sp>
        <p:nvSpPr>
          <p:cNvPr id="118" name="Google Shape;118;p19"/>
          <p:cNvSpPr/>
          <p:nvPr/>
        </p:nvSpPr>
        <p:spPr>
          <a:xfrm>
            <a:off x="8228806" y="3512840"/>
            <a:ext cx="3106241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Cost-benefit analysis shows 15-20% Increase in productivity and 20-30% reduction in costs.</a:t>
            </a:r>
            <a:endParaRPr sz="1458" b="0" i="0" u="none" strike="noStrike" cap="non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0"/>
            <a:ext cx="457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/>
          <p:nvPr/>
        </p:nvSpPr>
        <p:spPr>
          <a:xfrm>
            <a:off x="661491" y="656232"/>
            <a:ext cx="4489251" cy="56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200"/>
              <a:buFont typeface="Alexandria"/>
              <a:buNone/>
            </a:pPr>
            <a:r>
              <a:rPr lang="en-US" sz="3500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Existing System</a:t>
            </a:r>
            <a:endParaRPr sz="3500" b="1" i="0" u="none" strike="noStrike" cap="none" dirty="0"/>
          </a:p>
        </p:txBody>
      </p:sp>
      <p:sp>
        <p:nvSpPr>
          <p:cNvPr id="126" name="Google Shape;126;p20"/>
          <p:cNvSpPr/>
          <p:nvPr/>
        </p:nvSpPr>
        <p:spPr>
          <a:xfrm>
            <a:off x="661491" y="1473299"/>
            <a:ext cx="6297017" cy="84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current agricultural system is largely based on traditional farming methods passed down through generations, relying on intuition rather than data.</a:t>
            </a:r>
            <a:endParaRPr sz="1375" b="0" i="0" u="none" strike="noStrike" cap="none"/>
          </a:p>
        </p:txBody>
      </p:sp>
      <p:sp>
        <p:nvSpPr>
          <p:cNvPr id="127" name="Google Shape;127;p20"/>
          <p:cNvSpPr/>
          <p:nvPr/>
        </p:nvSpPr>
        <p:spPr>
          <a:xfrm>
            <a:off x="661491" y="2505471"/>
            <a:ext cx="404019" cy="404019"/>
          </a:xfrm>
          <a:prstGeom prst="roundRect">
            <a:avLst>
              <a:gd name="adj" fmla="val 18667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1236067" y="2567185"/>
            <a:ext cx="224462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Manual Soil Testing</a:t>
            </a:r>
            <a:endParaRPr sz="1750" b="0" i="0" u="none" strike="noStrike" cap="none"/>
          </a:p>
        </p:txBody>
      </p:sp>
      <p:sp>
        <p:nvSpPr>
          <p:cNvPr id="129" name="Google Shape;129;p20"/>
          <p:cNvSpPr/>
          <p:nvPr/>
        </p:nvSpPr>
        <p:spPr>
          <a:xfrm>
            <a:off x="1236067" y="2949971"/>
            <a:ext cx="5722441" cy="56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process is slow, often taking weeks to deliver results from labs or agricultural offices.</a:t>
            </a:r>
            <a:endParaRPr sz="1375" b="0" i="0" u="none" strike="noStrike" cap="none"/>
          </a:p>
        </p:txBody>
      </p:sp>
      <p:sp>
        <p:nvSpPr>
          <p:cNvPr id="130" name="Google Shape;130;p20"/>
          <p:cNvSpPr/>
          <p:nvPr/>
        </p:nvSpPr>
        <p:spPr>
          <a:xfrm>
            <a:off x="661491" y="3851275"/>
            <a:ext cx="404019" cy="404019"/>
          </a:xfrm>
          <a:prstGeom prst="roundRect">
            <a:avLst>
              <a:gd name="adj" fmla="val 18667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1236067" y="3912989"/>
            <a:ext cx="2591792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Irrigation Management</a:t>
            </a:r>
            <a:endParaRPr sz="1750" b="0" i="0" u="none" strike="noStrike" cap="none"/>
          </a:p>
        </p:txBody>
      </p:sp>
      <p:sp>
        <p:nvSpPr>
          <p:cNvPr id="132" name="Google Shape;132;p20"/>
          <p:cNvSpPr/>
          <p:nvPr/>
        </p:nvSpPr>
        <p:spPr>
          <a:xfrm>
            <a:off x="1236067" y="4295775"/>
            <a:ext cx="5722441" cy="56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Practices are based on visual inspection or fixed schedules, leading to water loss or nutrient leaching.</a:t>
            </a:r>
            <a:endParaRPr sz="1375" b="0" i="0" u="none" strike="noStrike" cap="none"/>
          </a:p>
        </p:txBody>
      </p:sp>
      <p:sp>
        <p:nvSpPr>
          <p:cNvPr id="133" name="Google Shape;133;p20"/>
          <p:cNvSpPr/>
          <p:nvPr/>
        </p:nvSpPr>
        <p:spPr>
          <a:xfrm>
            <a:off x="661491" y="5197078"/>
            <a:ext cx="404019" cy="404019"/>
          </a:xfrm>
          <a:prstGeom prst="roundRect">
            <a:avLst>
              <a:gd name="adj" fmla="val 18667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1236067" y="5258792"/>
            <a:ext cx="224462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Generalized Advice</a:t>
            </a:r>
            <a:endParaRPr sz="1750" b="0" i="0" u="none" strike="noStrike" cap="none"/>
          </a:p>
        </p:txBody>
      </p:sp>
      <p:sp>
        <p:nvSpPr>
          <p:cNvPr id="135" name="Google Shape;135;p20"/>
          <p:cNvSpPr/>
          <p:nvPr/>
        </p:nvSpPr>
        <p:spPr>
          <a:xfrm>
            <a:off x="1236067" y="5641578"/>
            <a:ext cx="5722441" cy="56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Existing advice is often given at a regional level and fails to consider the specific conditions of an individual farm.</a:t>
            </a:r>
            <a:endParaRPr sz="1375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661491" y="546100"/>
            <a:ext cx="4489251" cy="56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200"/>
              <a:buFont typeface="Alexandria"/>
              <a:buNone/>
            </a:pPr>
            <a:r>
              <a:rPr lang="en-US" sz="3500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Proposed System</a:t>
            </a:r>
            <a:endParaRPr sz="3500" b="1" i="0" u="none" strike="noStrike" cap="none" dirty="0"/>
          </a:p>
        </p:txBody>
      </p:sp>
      <p:sp>
        <p:nvSpPr>
          <p:cNvPr id="142" name="Google Shape;142;p21"/>
          <p:cNvSpPr/>
          <p:nvPr/>
        </p:nvSpPr>
        <p:spPr>
          <a:xfrm>
            <a:off x="661491" y="1448395"/>
            <a:ext cx="10869017" cy="56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proposed system is an integrated, location-aware platform designed to provide tailored recommendations based on specific farm conditions.</a:t>
            </a:r>
            <a:endParaRPr sz="1375" b="0" i="0" u="none" strike="noStrike" cap="none"/>
          </a:p>
        </p:txBody>
      </p:sp>
      <p:pic>
        <p:nvPicPr>
          <p:cNvPr id="143" name="Google Shape;143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491" y="2200473"/>
            <a:ext cx="448865" cy="44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661491" y="2862560"/>
            <a:ext cx="224462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Integrated Platform</a:t>
            </a:r>
            <a:endParaRPr sz="1750" b="0" i="0" u="none" strike="noStrike" cap="none"/>
          </a:p>
        </p:txBody>
      </p:sp>
      <p:sp>
        <p:nvSpPr>
          <p:cNvPr id="145" name="Google Shape;145;p21"/>
          <p:cNvSpPr/>
          <p:nvPr/>
        </p:nvSpPr>
        <p:spPr>
          <a:xfrm>
            <a:off x="661491" y="3245345"/>
            <a:ext cx="3480792" cy="56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Combines soil data, weather updates, and ML models into one app.</a:t>
            </a:r>
            <a:endParaRPr sz="1375" b="0" i="0" u="none" strike="noStrike" cap="none"/>
          </a:p>
        </p:txBody>
      </p:sp>
      <p:pic>
        <p:nvPicPr>
          <p:cNvPr id="146" name="Google Shape;146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5505" y="2200473"/>
            <a:ext cx="448865" cy="44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/>
          <p:nvPr/>
        </p:nvSpPr>
        <p:spPr>
          <a:xfrm>
            <a:off x="4355505" y="2862560"/>
            <a:ext cx="224462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Recommendation</a:t>
            </a:r>
            <a:endParaRPr sz="1750" b="0" i="0" u="none" strike="noStrike" cap="none"/>
          </a:p>
        </p:txBody>
      </p:sp>
      <p:sp>
        <p:nvSpPr>
          <p:cNvPr id="148" name="Google Shape;148;p21"/>
          <p:cNvSpPr/>
          <p:nvPr/>
        </p:nvSpPr>
        <p:spPr>
          <a:xfrm>
            <a:off x="4355505" y="3245345"/>
            <a:ext cx="3480891" cy="84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Analyzes soil parameters and climatic factors to suggest the most suitable crops for maximum productivity.</a:t>
            </a:r>
            <a:endParaRPr sz="1375" b="0" i="0" u="none" strike="noStrike" cap="none"/>
          </a:p>
        </p:txBody>
      </p:sp>
      <p:pic>
        <p:nvPicPr>
          <p:cNvPr id="149" name="Google Shape;149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9617" y="2200473"/>
            <a:ext cx="448865" cy="44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/>
          <p:nvPr/>
        </p:nvSpPr>
        <p:spPr>
          <a:xfrm>
            <a:off x="8049617" y="2862560"/>
            <a:ext cx="224462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Yield Prediction</a:t>
            </a:r>
            <a:endParaRPr sz="1750" b="0" i="0" u="none" strike="noStrike" cap="none"/>
          </a:p>
        </p:txBody>
      </p:sp>
      <p:sp>
        <p:nvSpPr>
          <p:cNvPr id="151" name="Google Shape;151;p21"/>
          <p:cNvSpPr/>
          <p:nvPr/>
        </p:nvSpPr>
        <p:spPr>
          <a:xfrm>
            <a:off x="8049617" y="3245345"/>
            <a:ext cx="3480891" cy="84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Provides expected yield estimates before cultivation begins, supporting better financial and market planning.</a:t>
            </a:r>
            <a:endParaRPr sz="1375" b="0" i="0" u="none" strike="noStrike" cap="none"/>
          </a:p>
        </p:txBody>
      </p:sp>
      <p:pic>
        <p:nvPicPr>
          <p:cNvPr id="152" name="Google Shape;152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491" y="4426744"/>
            <a:ext cx="448865" cy="44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/>
          <p:nvPr/>
        </p:nvSpPr>
        <p:spPr>
          <a:xfrm>
            <a:off x="661491" y="5088830"/>
            <a:ext cx="2569567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Resource Optimization</a:t>
            </a:r>
            <a:endParaRPr sz="1750" b="0" i="0" u="none" strike="noStrike" cap="none"/>
          </a:p>
        </p:txBody>
      </p:sp>
      <p:sp>
        <p:nvSpPr>
          <p:cNvPr id="154" name="Google Shape;154;p21"/>
          <p:cNvSpPr/>
          <p:nvPr/>
        </p:nvSpPr>
        <p:spPr>
          <a:xfrm>
            <a:off x="661491" y="5471616"/>
            <a:ext cx="3480792" cy="84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Calculates precise water requirements and dynamically adjusts irrigation based on real-time weather forecasts.</a:t>
            </a:r>
            <a:endParaRPr sz="1375" b="0" i="0" u="none" strike="noStrike" cap="none"/>
          </a:p>
        </p:txBody>
      </p:sp>
      <p:pic>
        <p:nvPicPr>
          <p:cNvPr id="155" name="Google Shape;155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55505" y="4426744"/>
            <a:ext cx="448865" cy="44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/>
          <p:nvPr/>
        </p:nvSpPr>
        <p:spPr>
          <a:xfrm>
            <a:off x="4355505" y="5088830"/>
            <a:ext cx="2244625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Disease Detection</a:t>
            </a:r>
            <a:endParaRPr sz="1750" b="0" i="0" u="none" strike="noStrike" cap="none"/>
          </a:p>
        </p:txBody>
      </p:sp>
      <p:sp>
        <p:nvSpPr>
          <p:cNvPr id="157" name="Google Shape;157;p21"/>
          <p:cNvSpPr/>
          <p:nvPr/>
        </p:nvSpPr>
        <p:spPr>
          <a:xfrm>
            <a:off x="4355505" y="5471616"/>
            <a:ext cx="3480891" cy="840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Uses image recognition technology to enable early identification of crop diseases via smartphone cameras.</a:t>
            </a:r>
            <a:endParaRPr sz="1375" b="0" i="0" u="none" strike="noStrike" cap="none"/>
          </a:p>
        </p:txBody>
      </p:sp>
      <p:pic>
        <p:nvPicPr>
          <p:cNvPr id="158" name="Google Shape;158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9617" y="4426744"/>
            <a:ext cx="448865" cy="44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/>
          <p:nvPr/>
        </p:nvSpPr>
        <p:spPr>
          <a:xfrm>
            <a:off x="8049617" y="5088830"/>
            <a:ext cx="2343844" cy="28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100"/>
              <a:buFont typeface="Alexandria"/>
              <a:buNone/>
            </a:pPr>
            <a:r>
              <a:rPr lang="en-US" sz="1750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Weather Information</a:t>
            </a:r>
            <a:endParaRPr sz="1750" b="0" i="0" u="none" strike="noStrike" cap="none"/>
          </a:p>
        </p:txBody>
      </p:sp>
      <p:sp>
        <p:nvSpPr>
          <p:cNvPr id="160" name="Google Shape;160;p21"/>
          <p:cNvSpPr/>
          <p:nvPr/>
        </p:nvSpPr>
        <p:spPr>
          <a:xfrm>
            <a:off x="8049617" y="5471616"/>
            <a:ext cx="3480891" cy="28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650"/>
              <a:buFont typeface="Nobile"/>
              <a:buNone/>
            </a:pPr>
            <a:r>
              <a:rPr lang="en-US" sz="1375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Shows Weather Patterns</a:t>
            </a:r>
            <a:endParaRPr sz="1375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>
            <a:off x="661491" y="689868"/>
            <a:ext cx="6084590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 Advantages</a:t>
            </a:r>
            <a:endParaRPr sz="3708" b="1" i="0" u="none" strike="noStrike" cap="none" dirty="0"/>
          </a:p>
        </p:txBody>
      </p:sp>
      <p:sp>
        <p:nvSpPr>
          <p:cNvPr id="167" name="Google Shape;167;p22"/>
          <p:cNvSpPr/>
          <p:nvPr/>
        </p:nvSpPr>
        <p:spPr>
          <a:xfrm>
            <a:off x="661491" y="1658540"/>
            <a:ext cx="5339953" cy="2160290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856853" y="1853902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9" name="Google Shape;169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825" y="2009775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/>
          <p:nvPr/>
        </p:nvSpPr>
        <p:spPr>
          <a:xfrm>
            <a:off x="856853" y="2609949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Impact</a:t>
            </a:r>
            <a:endParaRPr sz="1833" b="0" i="0" u="none" strike="noStrike" cap="none"/>
          </a:p>
        </p:txBody>
      </p:sp>
      <p:sp>
        <p:nvSpPr>
          <p:cNvPr id="171" name="Google Shape;171;p22"/>
          <p:cNvSpPr/>
          <p:nvPr/>
        </p:nvSpPr>
        <p:spPr>
          <a:xfrm>
            <a:off x="856853" y="3018631"/>
            <a:ext cx="4949230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Bridges the gap between traditional farming and modern technology.</a:t>
            </a:r>
            <a:endParaRPr sz="1458" b="0" i="0" u="none" strike="noStrike" cap="none"/>
          </a:p>
        </p:txBody>
      </p:sp>
      <p:sp>
        <p:nvSpPr>
          <p:cNvPr id="172" name="Google Shape;172;p22"/>
          <p:cNvSpPr/>
          <p:nvPr/>
        </p:nvSpPr>
        <p:spPr>
          <a:xfrm>
            <a:off x="6190456" y="1658540"/>
            <a:ext cx="5340052" cy="2160290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6385818" y="1853902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1790" y="2009775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6385818" y="2609949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Productivity</a:t>
            </a:r>
            <a:endParaRPr sz="1833" b="0" i="0" u="none" strike="noStrike" cap="none"/>
          </a:p>
        </p:txBody>
      </p:sp>
      <p:sp>
        <p:nvSpPr>
          <p:cNvPr id="176" name="Google Shape;176;p22"/>
          <p:cNvSpPr/>
          <p:nvPr/>
        </p:nvSpPr>
        <p:spPr>
          <a:xfrm>
            <a:off x="6385818" y="3018631"/>
            <a:ext cx="4949329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Higher yields through scientifically matched crop selection.</a:t>
            </a:r>
            <a:endParaRPr sz="1458" b="0" i="0" u="none" strike="noStrike" cap="none"/>
          </a:p>
        </p:txBody>
      </p:sp>
      <p:sp>
        <p:nvSpPr>
          <p:cNvPr id="177" name="Google Shape;177;p22"/>
          <p:cNvSpPr/>
          <p:nvPr/>
        </p:nvSpPr>
        <p:spPr>
          <a:xfrm>
            <a:off x="661491" y="4007842"/>
            <a:ext cx="5339953" cy="2160290"/>
          </a:xfrm>
          <a:prstGeom prst="roundRect">
            <a:avLst>
              <a:gd name="adj" fmla="val 9134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856853" y="4203204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2825" y="4359076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856853" y="4959250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Financial Security</a:t>
            </a:r>
            <a:endParaRPr sz="1833" b="0" i="0" u="none" strike="noStrike" cap="none"/>
          </a:p>
        </p:txBody>
      </p:sp>
      <p:sp>
        <p:nvSpPr>
          <p:cNvPr id="181" name="Google Shape;181;p22"/>
          <p:cNvSpPr/>
          <p:nvPr/>
        </p:nvSpPr>
        <p:spPr>
          <a:xfrm>
            <a:off x="856853" y="5367932"/>
            <a:ext cx="4949230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Reduces risks through yield prediction and early disease warnings.</a:t>
            </a:r>
            <a:endParaRPr sz="1458" b="0" i="0" u="none" strike="noStrike" cap="none"/>
          </a:p>
        </p:txBody>
      </p:sp>
      <p:sp>
        <p:nvSpPr>
          <p:cNvPr id="182" name="Google Shape;182;p22"/>
          <p:cNvSpPr/>
          <p:nvPr/>
        </p:nvSpPr>
        <p:spPr>
          <a:xfrm>
            <a:off x="6190456" y="4007842"/>
            <a:ext cx="5340052" cy="2160290"/>
          </a:xfrm>
          <a:prstGeom prst="roundRect">
            <a:avLst>
              <a:gd name="adj" fmla="val 3675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6385818" y="4203204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4" name="Google Shape;184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1790" y="4359076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/>
          <p:nvPr/>
        </p:nvSpPr>
        <p:spPr>
          <a:xfrm>
            <a:off x="6385818" y="4959250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Sustainability</a:t>
            </a:r>
            <a:endParaRPr sz="1833" b="0" i="0" u="none" strike="noStrike" cap="none"/>
          </a:p>
        </p:txBody>
      </p:sp>
      <p:sp>
        <p:nvSpPr>
          <p:cNvPr id="186" name="Google Shape;186;p22"/>
          <p:cNvSpPr/>
          <p:nvPr/>
        </p:nvSpPr>
        <p:spPr>
          <a:xfrm>
            <a:off x="6385818" y="5367932"/>
            <a:ext cx="4949329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Conserves natural resources by optimizing water and fertilizer use.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617804" y="2101652"/>
            <a:ext cx="472550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4450"/>
              <a:buFont typeface="Alexandria"/>
              <a:buNone/>
            </a:pPr>
            <a:r>
              <a:rPr lang="en-US" sz="7416" b="1" i="0" u="none" strike="noStrike" cap="none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Chapter 2</a:t>
            </a:r>
            <a:r>
              <a:rPr lang="en-US" sz="7416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sz="7416" b="1" i="0" u="none" strike="noStrike" cap="none" dirty="0"/>
          </a:p>
        </p:txBody>
      </p:sp>
      <p:sp>
        <p:nvSpPr>
          <p:cNvPr id="47" name="Google Shape;47;p13"/>
          <p:cNvSpPr/>
          <p:nvPr/>
        </p:nvSpPr>
        <p:spPr>
          <a:xfrm>
            <a:off x="745500" y="3383847"/>
            <a:ext cx="8226750" cy="11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7416" b="1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SRS Overview</a:t>
            </a:r>
            <a:endParaRPr sz="7416" b="1" i="0" u="none" strike="noStrike" cap="non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661491" y="1722635"/>
            <a:ext cx="4787602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Alexandria"/>
              <a:buNone/>
            </a:pPr>
            <a:r>
              <a:rPr lang="en-US" sz="295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Functional Requirements</a:t>
            </a:r>
            <a:endParaRPr sz="2958" b="1" i="0" u="none" strike="noStrike" cap="none" dirty="0"/>
          </a:p>
        </p:txBody>
      </p:sp>
      <p:sp>
        <p:nvSpPr>
          <p:cNvPr id="54" name="Google Shape;54;p14"/>
          <p:cNvSpPr/>
          <p:nvPr/>
        </p:nvSpPr>
        <p:spPr>
          <a:xfrm>
            <a:off x="661491" y="2573139"/>
            <a:ext cx="108690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Specific requirements ensure that crop suggestions are based on accurate environmental and biological parameters.</a:t>
            </a:r>
            <a:endParaRPr sz="1458" b="0" i="0" u="none" strike="noStrike" cap="none"/>
          </a:p>
        </p:txBody>
      </p:sp>
      <p:sp>
        <p:nvSpPr>
          <p:cNvPr id="55" name="Google Shape;55;p14"/>
          <p:cNvSpPr/>
          <p:nvPr/>
        </p:nvSpPr>
        <p:spPr>
          <a:xfrm>
            <a:off x="661491" y="3088183"/>
            <a:ext cx="3496965" cy="2047180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636091" y="3088183"/>
            <a:ext cx="101600" cy="204718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952103" y="330259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Input Validation</a:t>
            </a:r>
            <a:endParaRPr sz="1833" b="0" i="0" u="none" strike="noStrike" cap="none"/>
          </a:p>
        </p:txBody>
      </p:sp>
      <p:sp>
        <p:nvSpPr>
          <p:cNvPr id="58" name="Google Shape;58;p14"/>
          <p:cNvSpPr/>
          <p:nvPr/>
        </p:nvSpPr>
        <p:spPr>
          <a:xfrm>
            <a:off x="952103" y="3711277"/>
            <a:ext cx="2991941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system must validate soil pH ranges (0-14) and nutrient values to ensure data integrity.</a:t>
            </a:r>
            <a:endParaRPr sz="1458" b="0" i="0" u="none" strike="noStrike" cap="none"/>
          </a:p>
        </p:txBody>
      </p:sp>
      <p:sp>
        <p:nvSpPr>
          <p:cNvPr id="59" name="Google Shape;59;p14"/>
          <p:cNvSpPr/>
          <p:nvPr/>
        </p:nvSpPr>
        <p:spPr>
          <a:xfrm>
            <a:off x="4347468" y="3088183"/>
            <a:ext cx="3496965" cy="2047180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4322068" y="3088183"/>
            <a:ext cx="101600" cy="204718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4638080" y="330259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Climate Data</a:t>
            </a:r>
            <a:endParaRPr sz="1833" b="0" i="0" u="none" strike="noStrike" cap="none"/>
          </a:p>
        </p:txBody>
      </p:sp>
      <p:sp>
        <p:nvSpPr>
          <p:cNvPr id="62" name="Google Shape;62;p14"/>
          <p:cNvSpPr/>
          <p:nvPr/>
        </p:nvSpPr>
        <p:spPr>
          <a:xfrm>
            <a:off x="4638080" y="3711277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Uses GPS coordinates to fetch historical averages or seasonal forecasts for temperature, rainfall, and solar radiation.</a:t>
            </a:r>
            <a:endParaRPr sz="1458" b="0" i="0" u="none" strike="noStrike" cap="none"/>
          </a:p>
        </p:txBody>
      </p:sp>
      <p:sp>
        <p:nvSpPr>
          <p:cNvPr id="63" name="Google Shape;63;p14"/>
          <p:cNvSpPr/>
          <p:nvPr/>
        </p:nvSpPr>
        <p:spPr>
          <a:xfrm>
            <a:off x="8033444" y="3088183"/>
            <a:ext cx="3496965" cy="2047180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8008044" y="3088183"/>
            <a:ext cx="101600" cy="204718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8324056" y="330259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Output Standards</a:t>
            </a:r>
            <a:endParaRPr sz="1833" b="0" i="0" u="none" strike="noStrike" cap="none"/>
          </a:p>
        </p:txBody>
      </p:sp>
      <p:sp>
        <p:nvSpPr>
          <p:cNvPr id="66" name="Google Shape;66;p14"/>
          <p:cNvSpPr/>
          <p:nvPr/>
        </p:nvSpPr>
        <p:spPr>
          <a:xfrm>
            <a:off x="8324056" y="3711277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Returns a ranked list of the top 5 suitable crops, each accompanied by a suitability score expressed as a percentage.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661491" y="1722635"/>
            <a:ext cx="4787602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Alexandria"/>
              <a:buNone/>
            </a:pPr>
            <a:r>
              <a:rPr lang="en-US" sz="295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Functional Requirements</a:t>
            </a:r>
            <a:endParaRPr sz="2958" b="1" i="0" u="none" strike="noStrike" cap="none" dirty="0"/>
          </a:p>
        </p:txBody>
      </p:sp>
      <p:sp>
        <p:nvSpPr>
          <p:cNvPr id="73" name="Google Shape;73;p15"/>
          <p:cNvSpPr/>
          <p:nvPr/>
        </p:nvSpPr>
        <p:spPr>
          <a:xfrm>
            <a:off x="661491" y="2573139"/>
            <a:ext cx="108690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Precise resource calculations are essential for preventing crop stress and reducing environmental impact.</a:t>
            </a:r>
            <a:endParaRPr sz="1458" b="0" i="0" u="none" strike="noStrike" cap="none"/>
          </a:p>
        </p:txBody>
      </p:sp>
      <p:sp>
        <p:nvSpPr>
          <p:cNvPr id="74" name="Google Shape;74;p15"/>
          <p:cNvSpPr/>
          <p:nvPr/>
        </p:nvSpPr>
        <p:spPr>
          <a:xfrm>
            <a:off x="661491" y="3088183"/>
            <a:ext cx="3496965" cy="2047180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636091" y="3088183"/>
            <a:ext cx="101600" cy="204718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1198165" y="3302595"/>
            <a:ext cx="249981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 dirty="0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Soil Nutrient Analysis</a:t>
            </a:r>
            <a:endParaRPr sz="1833" b="0" i="0" u="none" strike="noStrike" cap="none" dirty="0"/>
          </a:p>
        </p:txBody>
      </p:sp>
      <p:sp>
        <p:nvSpPr>
          <p:cNvPr id="77" name="Google Shape;77;p15"/>
          <p:cNvSpPr/>
          <p:nvPr/>
        </p:nvSpPr>
        <p:spPr>
          <a:xfrm>
            <a:off x="952103" y="3711277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system analyzes soil </a:t>
            </a:r>
            <a:r>
              <a:rPr lang="en-US" sz="1458" b="0" i="0" u="none" strike="noStrike" cap="none" dirty="0" err="1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parametersto</a:t>
            </a:r>
            <a:r>
              <a:rPr lang="en-US" sz="1458" b="0" i="0" u="none" strike="noStrike" cap="none" dirty="0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 recommend optimal fertilizer quantity for maximum crop yield.</a:t>
            </a:r>
            <a:endParaRPr sz="1458" b="0" i="0" u="none" strike="noStrike" cap="none" dirty="0"/>
          </a:p>
        </p:txBody>
      </p:sp>
      <p:sp>
        <p:nvSpPr>
          <p:cNvPr id="78" name="Google Shape;78;p15"/>
          <p:cNvSpPr/>
          <p:nvPr/>
        </p:nvSpPr>
        <p:spPr>
          <a:xfrm>
            <a:off x="4347468" y="3088183"/>
            <a:ext cx="3496965" cy="2047180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4322068" y="3088183"/>
            <a:ext cx="101600" cy="204718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4952702" y="330259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Irrigation Efficiency</a:t>
            </a:r>
            <a:endParaRPr sz="1833" b="0" i="0" u="none" strike="noStrike" cap="none"/>
          </a:p>
        </p:txBody>
      </p:sp>
      <p:sp>
        <p:nvSpPr>
          <p:cNvPr id="81" name="Google Shape;81;p15"/>
          <p:cNvSpPr/>
          <p:nvPr/>
        </p:nvSpPr>
        <p:spPr>
          <a:xfrm>
            <a:off x="4638080" y="3711277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Calculations are adjusted based on the method used, such as Drip (90% efficiency) or Sprinkler (70-85% efficiency).</a:t>
            </a:r>
            <a:endParaRPr sz="1458" b="0" i="0" u="none" strike="noStrike" cap="none"/>
          </a:p>
        </p:txBody>
      </p:sp>
      <p:sp>
        <p:nvSpPr>
          <p:cNvPr id="82" name="Google Shape;82;p15"/>
          <p:cNvSpPr/>
          <p:nvPr/>
        </p:nvSpPr>
        <p:spPr>
          <a:xfrm>
            <a:off x="8033444" y="3088183"/>
            <a:ext cx="3496965" cy="2047180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8008044" y="3088183"/>
            <a:ext cx="101600" cy="2047180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8511083" y="3302595"/>
            <a:ext cx="2617886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Dynamic Adjustments</a:t>
            </a:r>
            <a:endParaRPr sz="1833" b="0" i="0" u="none" strike="noStrike" cap="none"/>
          </a:p>
        </p:txBody>
      </p:sp>
      <p:sp>
        <p:nvSpPr>
          <p:cNvPr id="85" name="Google Shape;85;p15"/>
          <p:cNvSpPr/>
          <p:nvPr/>
        </p:nvSpPr>
        <p:spPr>
          <a:xfrm>
            <a:off x="8324056" y="3711277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system automatically reduces recommended irrigation if significant rainfall is forecast within the next 24 hours.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661491" y="1571426"/>
            <a:ext cx="5712718" cy="47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550"/>
              <a:buFont typeface="Alexandria"/>
              <a:buNone/>
            </a:pPr>
            <a:r>
              <a:rPr lang="en-US" sz="295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Non-Functional Requirements</a:t>
            </a:r>
            <a:endParaRPr sz="2958" b="1" i="0" u="none" strike="noStrike" cap="none" dirty="0"/>
          </a:p>
        </p:txBody>
      </p:sp>
      <p:sp>
        <p:nvSpPr>
          <p:cNvPr id="92" name="Google Shape;92;p16"/>
          <p:cNvSpPr/>
          <p:nvPr/>
        </p:nvSpPr>
        <p:spPr>
          <a:xfrm>
            <a:off x="661491" y="2421930"/>
            <a:ext cx="108690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Beyond core features, the system must meet strict performance and reliability standards to be effective in the field.</a:t>
            </a:r>
            <a:endParaRPr sz="1458" b="0" i="0" u="none" strike="noStrike" cap="none"/>
          </a:p>
        </p:txBody>
      </p:sp>
      <p:sp>
        <p:nvSpPr>
          <p:cNvPr id="93" name="Google Shape;93;p16"/>
          <p:cNvSpPr/>
          <p:nvPr/>
        </p:nvSpPr>
        <p:spPr>
          <a:xfrm>
            <a:off x="661491" y="2936974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636091" y="2936974"/>
            <a:ext cx="101600" cy="2349599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266725" y="315138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Response Time</a:t>
            </a:r>
            <a:endParaRPr sz="1833" b="0" i="0" u="none" strike="noStrike" cap="none"/>
          </a:p>
        </p:txBody>
      </p:sp>
      <p:sp>
        <p:nvSpPr>
          <p:cNvPr id="96" name="Google Shape;96;p16"/>
          <p:cNvSpPr/>
          <p:nvPr/>
        </p:nvSpPr>
        <p:spPr>
          <a:xfrm>
            <a:off x="952103" y="3560068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Any user action, such as a form submission, must produce a response within 3 seconds under normal load.</a:t>
            </a:r>
            <a:endParaRPr sz="1458" b="0" i="0" u="none" strike="noStrike" cap="none"/>
          </a:p>
        </p:txBody>
      </p:sp>
      <p:sp>
        <p:nvSpPr>
          <p:cNvPr id="97" name="Google Shape;97;p16"/>
          <p:cNvSpPr/>
          <p:nvPr/>
        </p:nvSpPr>
        <p:spPr>
          <a:xfrm>
            <a:off x="4347468" y="2936974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4322068" y="2936974"/>
            <a:ext cx="101600" cy="2349599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952702" y="315138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Reliability</a:t>
            </a:r>
            <a:endParaRPr sz="1833" b="0" i="0" u="none" strike="noStrike" cap="none"/>
          </a:p>
        </p:txBody>
      </p:sp>
      <p:sp>
        <p:nvSpPr>
          <p:cNvPr id="100" name="Google Shape;100;p16"/>
          <p:cNvSpPr/>
          <p:nvPr/>
        </p:nvSpPr>
        <p:spPr>
          <a:xfrm>
            <a:off x="4638080" y="3560068"/>
            <a:ext cx="29919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Target uptime is 99.5% during core agricultural seasons to ensure constant availability for farmers.</a:t>
            </a:r>
            <a:endParaRPr sz="1458" b="0" i="0" u="none" strike="noStrike" cap="none"/>
          </a:p>
        </p:txBody>
      </p:sp>
      <p:sp>
        <p:nvSpPr>
          <p:cNvPr id="101" name="Google Shape;101;p16"/>
          <p:cNvSpPr/>
          <p:nvPr/>
        </p:nvSpPr>
        <p:spPr>
          <a:xfrm>
            <a:off x="8033444" y="2936974"/>
            <a:ext cx="3496965" cy="2349599"/>
          </a:xfrm>
          <a:prstGeom prst="roundRect">
            <a:avLst>
              <a:gd name="adj" fmla="val 5189"/>
            </a:avLst>
          </a:prstGeom>
          <a:solidFill>
            <a:srgbClr val="F9F9FF"/>
          </a:solidFill>
          <a:ln w="3047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8008044" y="2936974"/>
            <a:ext cx="101600" cy="2349599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8638679" y="3151385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Disclaimer</a:t>
            </a:r>
            <a:endParaRPr sz="1833" b="0" i="0" u="none" strike="noStrike" cap="none"/>
          </a:p>
        </p:txBody>
      </p:sp>
      <p:sp>
        <p:nvSpPr>
          <p:cNvPr id="104" name="Google Shape;104;p16"/>
          <p:cNvSpPr/>
          <p:nvPr/>
        </p:nvSpPr>
        <p:spPr>
          <a:xfrm>
            <a:off x="8324056" y="3560068"/>
            <a:ext cx="2991941" cy="151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system includes a clear note that recommendations are for informational purposes and the farmer holds final decision-making liability.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661450" y="2194265"/>
            <a:ext cx="9451000" cy="1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8900"/>
              <a:buFont typeface="Alexandria"/>
              <a:buNone/>
            </a:pPr>
            <a:r>
              <a:rPr lang="en-US" sz="7416" b="1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Chapter</a:t>
            </a:r>
            <a:r>
              <a:rPr lang="en-US" sz="7416" b="1" i="0" u="none" strike="noStrike" cap="none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 3</a:t>
            </a:r>
            <a:r>
              <a:rPr lang="en-US" sz="7416" b="1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 </a:t>
            </a:r>
            <a:endParaRPr sz="7416" b="1" i="0" u="none" strike="noStrike" cap="none"/>
          </a:p>
        </p:txBody>
      </p:sp>
      <p:sp>
        <p:nvSpPr>
          <p:cNvPr id="111" name="Google Shape;111;p17"/>
          <p:cNvSpPr/>
          <p:nvPr/>
        </p:nvSpPr>
        <p:spPr>
          <a:xfrm>
            <a:off x="661491" y="3630005"/>
            <a:ext cx="9451000" cy="11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8900"/>
              <a:buFont typeface="Alexandria"/>
              <a:buNone/>
            </a:pPr>
            <a:r>
              <a:rPr lang="en-US" sz="7416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UML Diagrams</a:t>
            </a:r>
            <a:endParaRPr sz="7416" b="1" i="0" u="none" strike="noStrike" cap="non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/>
          <p:nvPr/>
        </p:nvSpPr>
        <p:spPr>
          <a:xfrm>
            <a:off x="661575" y="593470"/>
            <a:ext cx="49242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Project flow</a:t>
            </a:r>
            <a:endParaRPr sz="3708" b="1" i="0" u="none" strike="noStrike" cap="none" dirty="0"/>
          </a:p>
        </p:txBody>
      </p:sp>
      <p:pic>
        <p:nvPicPr>
          <p:cNvPr id="118" name="Google Shape;11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2567214"/>
            <a:ext cx="10577920" cy="247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401242" y="303792"/>
            <a:ext cx="436150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Use Case Diagram</a:t>
            </a:r>
            <a:endParaRPr sz="3708" b="1" dirty="0">
              <a:solidFill>
                <a:srgbClr val="1B1B27"/>
              </a:solidFill>
              <a:latin typeface="Alexandria" panose="020B0604020202020204"/>
              <a:ea typeface="Alexandria" panose="020B0604020202020204"/>
              <a:cs typeface="Alexandria" panose="020B0604020202020204"/>
              <a:sym typeface="Alexandria"/>
            </a:endParaRPr>
          </a:p>
        </p:txBody>
      </p:sp>
      <p:pic>
        <p:nvPicPr>
          <p:cNvPr id="125" name="Google Shape;125;p19" title="use case.jpeg"/>
          <p:cNvPicPr preferRelativeResize="0"/>
          <p:nvPr/>
        </p:nvPicPr>
        <p:blipFill rotWithShape="1">
          <a:blip r:embed="rId3">
            <a:alphaModFix/>
          </a:blip>
          <a:srcRect t="2420"/>
          <a:stretch/>
        </p:blipFill>
        <p:spPr>
          <a:xfrm>
            <a:off x="5001592" y="303792"/>
            <a:ext cx="6789166" cy="644447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0249DF-F0E8-1F6A-2867-336C690ACCC3}"/>
              </a:ext>
            </a:extLst>
          </p:cNvPr>
          <p:cNvSpPr txBox="1"/>
          <p:nvPr/>
        </p:nvSpPr>
        <p:spPr>
          <a:xfrm>
            <a:off x="401242" y="1179576"/>
            <a:ext cx="4361500" cy="4953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30" b="1" dirty="0">
                <a:cs typeface="Alexandria" panose="020B0604020202020204"/>
              </a:rPr>
              <a:t>System Actors</a:t>
            </a:r>
            <a:r>
              <a:rPr lang="en-GB" b="1" dirty="0">
                <a:cs typeface="Alexandria" panose="020B0604020202020204"/>
              </a:rPr>
              <a:t>:</a:t>
            </a:r>
            <a:r>
              <a:rPr lang="en-GB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Defines the interactions between the Farmer (end-user), Admin (system manager), and External APIs (data providers)</a:t>
            </a:r>
          </a:p>
          <a:p>
            <a:endParaRPr lang="en-GB" sz="16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Core Functionalities</a:t>
            </a:r>
            <a:r>
              <a:rPr lang="en-GB" sz="1800" b="1" dirty="0">
                <a:cs typeface="Alexandria" panose="020B0604020202020204"/>
              </a:rPr>
              <a:t>:</a:t>
            </a:r>
            <a:r>
              <a:rPr lang="en-GB" sz="18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Enables users to register, input soil parameters, and receive location-specific crop yield predictions</a:t>
            </a:r>
          </a:p>
          <a:p>
            <a:endParaRPr lang="en-GB" sz="180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Decision Support</a:t>
            </a:r>
            <a:r>
              <a:rPr lang="en-GB" sz="1800" b="1" dirty="0">
                <a:cs typeface="Alexandria" panose="020B0604020202020204"/>
              </a:rPr>
              <a:t>:</a:t>
            </a:r>
            <a:r>
              <a:rPr lang="en-GB" sz="18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Provides a high-level view of how farmers view recommendations and weather info to make informed agricultural decisions.</a:t>
            </a:r>
          </a:p>
          <a:p>
            <a:endParaRPr lang="en-GB" sz="180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Administrative Control</a:t>
            </a:r>
            <a:r>
              <a:rPr lang="en-GB" sz="1800" b="1" dirty="0">
                <a:cs typeface="Alexandria" panose="020B0604020202020204"/>
              </a:rPr>
              <a:t>:</a:t>
            </a:r>
            <a:r>
              <a:rPr lang="en-GB" sz="18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Outlines backend operations such as user management, system monitoring, and updating crop datasets.</a:t>
            </a:r>
            <a:endParaRPr lang="en-IN" sz="1660" dirty="0">
              <a:cs typeface="Alexandria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/>
          <p:nvPr/>
        </p:nvSpPr>
        <p:spPr>
          <a:xfrm>
            <a:off x="205794" y="355270"/>
            <a:ext cx="344750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C</a:t>
            </a: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lass </a:t>
            </a: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D</a:t>
            </a: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iagram</a:t>
            </a:r>
            <a:endParaRPr sz="3708" b="1" i="0" u="none" strike="noStrike" cap="none" dirty="0">
              <a:cs typeface="Alexandria" panose="020B0604020202020204"/>
            </a:endParaRPr>
          </a:p>
        </p:txBody>
      </p:sp>
      <p:pic>
        <p:nvPicPr>
          <p:cNvPr id="132" name="Google Shape;132;p20" title="clas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355270"/>
            <a:ext cx="6957006" cy="64304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269D8-895F-359B-C8BA-162F6E186E48}"/>
              </a:ext>
            </a:extLst>
          </p:cNvPr>
          <p:cNvSpPr txBox="1"/>
          <p:nvPr/>
        </p:nvSpPr>
        <p:spPr>
          <a:xfrm>
            <a:off x="205794" y="1389888"/>
            <a:ext cx="4613094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30" b="1" dirty="0">
                <a:cs typeface="Alexandria" panose="020B0604020202020204"/>
              </a:rPr>
              <a:t>Structural Representation</a:t>
            </a:r>
            <a:r>
              <a:rPr lang="en-GB" b="1" dirty="0">
                <a:cs typeface="Alexandria" panose="020B0604020202020204"/>
              </a:rPr>
              <a:t>:</a:t>
            </a:r>
            <a:r>
              <a:rPr lang="en-GB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Defines the static structure of the system by illustrating classes, their specific attributes, and the logical relationships between them.</a:t>
            </a:r>
          </a:p>
          <a:p>
            <a:endParaRPr lang="en-GB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Central Analytic Hub:</a:t>
            </a:r>
            <a:r>
              <a:rPr lang="en-GB" sz="183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The Prediction class acts as a central link, integrating inputs from multiple entities to generate and store accurate yield results.</a:t>
            </a:r>
          </a:p>
          <a:p>
            <a:endParaRPr lang="en-GB" sz="16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Core Entities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Outlines essential agricultural data models such as Farmer, Farm, and Soil, alongside environmental factors like Weather and Crop.</a:t>
            </a:r>
          </a:p>
          <a:p>
            <a:endParaRPr lang="en-GB" sz="160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Data Integrity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Establishes clear associations (1-to-many) between users and their farms, ensuring a structured and scalable flow of agricultural data.</a:t>
            </a:r>
            <a:endParaRPr lang="en-IN" sz="1660" dirty="0">
              <a:cs typeface="Alexandria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176986" y="342307"/>
            <a:ext cx="45687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S</a:t>
            </a: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equence </a:t>
            </a: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D</a:t>
            </a: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iagram</a:t>
            </a:r>
            <a:endParaRPr sz="3708" b="1" i="0" u="none" strike="noStrike" cap="none" dirty="0">
              <a:cs typeface="Alexandria" panose="020B0604020202020204"/>
            </a:endParaRPr>
          </a:p>
        </p:txBody>
      </p:sp>
      <p:pic>
        <p:nvPicPr>
          <p:cNvPr id="139" name="Google Shape;139;p21" title="sequenc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736" y="342307"/>
            <a:ext cx="7065940" cy="57523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8F24A0-0385-8067-35CA-669124328369}"/>
              </a:ext>
            </a:extLst>
          </p:cNvPr>
          <p:cNvSpPr txBox="1"/>
          <p:nvPr/>
        </p:nvSpPr>
        <p:spPr>
          <a:xfrm>
            <a:off x="176986" y="1204836"/>
            <a:ext cx="4385870" cy="519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30" b="1" dirty="0">
                <a:cs typeface="Alexandria" panose="020B0604020202020204"/>
              </a:rPr>
              <a:t>Dynamic Interaction</a:t>
            </a:r>
            <a:r>
              <a:rPr lang="en-GB" b="1" dirty="0">
                <a:cs typeface="Alexandria" panose="020B0604020202020204"/>
              </a:rPr>
              <a:t>:</a:t>
            </a:r>
            <a:r>
              <a:rPr lang="en-GB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Illustrates the time-ordered exchange of messages between system components during the crop prediction process.</a:t>
            </a:r>
          </a:p>
          <a:p>
            <a:endParaRPr lang="en-GB" sz="1600" b="1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Request Management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Shows how the Backend Server coordinates data flow between the Farmer, the Database, and external Weather APIs.</a:t>
            </a:r>
          </a:p>
          <a:p>
            <a:endParaRPr lang="en-GB" sz="14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ML Integration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Details the sequence of sending combined soil and weather datasets to the ML Model for generating predicted yields.</a:t>
            </a:r>
          </a:p>
          <a:p>
            <a:endParaRPr lang="en-GB" sz="160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System Completion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Highlights the final stage where prediction results are stored for historical reference and displayed back to the user interface</a:t>
            </a:r>
          </a:p>
          <a:p>
            <a:endParaRPr lang="en-GB" sz="1460" dirty="0">
              <a:cs typeface="Alexandria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>
            <a:off x="423101" y="299720"/>
            <a:ext cx="3819715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Activity </a:t>
            </a: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D</a:t>
            </a: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iagram</a:t>
            </a:r>
            <a:endParaRPr sz="3708" b="1" i="0" u="none" strike="noStrike" cap="none" dirty="0">
              <a:cs typeface="Alexandria" panose="020B0604020202020204"/>
            </a:endParaRPr>
          </a:p>
        </p:txBody>
      </p:sp>
      <p:pic>
        <p:nvPicPr>
          <p:cNvPr id="146" name="Google Shape;146;p22" title="Activity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3479" y="127000"/>
            <a:ext cx="4178875" cy="660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67194C-8BAF-C50E-5C02-EE996B1A3DC7}"/>
              </a:ext>
            </a:extLst>
          </p:cNvPr>
          <p:cNvSpPr txBox="1"/>
          <p:nvPr/>
        </p:nvSpPr>
        <p:spPr>
          <a:xfrm>
            <a:off x="423101" y="1170432"/>
            <a:ext cx="5511355" cy="449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30" b="1" dirty="0">
                <a:cs typeface="Alexandria" panose="020B0604020202020204"/>
              </a:rPr>
              <a:t>Workflow Visualization:</a:t>
            </a:r>
            <a:r>
              <a:rPr lang="en-GB" sz="183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Represents the step-by-step operational flow of the system, starting from the farmer’s initial login to the final report generation.</a:t>
            </a:r>
          </a:p>
          <a:p>
            <a:endParaRPr lang="en-GB" sz="14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Logical Control Flow</a:t>
            </a:r>
            <a:r>
              <a:rPr lang="en-GB" sz="1660" b="1" dirty="0">
                <a:cs typeface="Alexandria" panose="020B0604020202020204"/>
              </a:rPr>
              <a:t>:</a:t>
            </a:r>
            <a:r>
              <a:rPr lang="en-GB" sz="1660" dirty="0">
                <a:cs typeface="Alexandria" panose="020B0604020202020204"/>
              </a:rPr>
              <a:t> Illustrates how the system transitions between different activities, such as data entry, validation, and real-time processing.</a:t>
            </a:r>
          </a:p>
          <a:p>
            <a:endParaRPr lang="en-GB" sz="16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Decision Point Management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Highlights the critical validation step that determines if the system proceeds to fetch weather data or prompts the user with an error message for correction</a:t>
            </a:r>
          </a:p>
          <a:p>
            <a:endParaRPr lang="en-GB" sz="160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Analytical Execution</a:t>
            </a:r>
            <a:r>
              <a:rPr lang="en-GB" sz="1600" b="1" dirty="0">
                <a:cs typeface="Alexandria" panose="020B0604020202020204"/>
              </a:rPr>
              <a:t>:</a:t>
            </a:r>
            <a:r>
              <a:rPr lang="en-GB" sz="1600" dirty="0">
                <a:cs typeface="Alexandria" panose="020B0604020202020204"/>
              </a:rPr>
              <a:t> </a:t>
            </a:r>
            <a:r>
              <a:rPr lang="en-GB" sz="1660" dirty="0">
                <a:cs typeface="Alexandria" panose="020B0604020202020204"/>
              </a:rPr>
              <a:t>Maps out the core processing sequence where soil and weather data are integrated using the ML model to generate and store yield predictions</a:t>
            </a:r>
            <a:endParaRPr lang="en-IN" sz="1660" dirty="0">
              <a:cs typeface="Alexandria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/>
          <p:nvPr/>
        </p:nvSpPr>
        <p:spPr>
          <a:xfrm>
            <a:off x="177479" y="331456"/>
            <a:ext cx="514433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Component Di</a:t>
            </a:r>
            <a:r>
              <a:rPr lang="en-US" sz="3708" b="1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ag</a:t>
            </a:r>
            <a:r>
              <a:rPr lang="en-US" sz="3708" b="1" i="0" u="none" strike="noStrike" cap="none" dirty="0">
                <a:solidFill>
                  <a:srgbClr val="1B1B27"/>
                </a:solidFill>
                <a:latin typeface="Alexandria" panose="020B0604020202020204"/>
                <a:ea typeface="Alexandria" panose="020B0604020202020204"/>
                <a:cs typeface="Alexandria" panose="020B0604020202020204"/>
                <a:sym typeface="Alexandria"/>
              </a:rPr>
              <a:t>ram</a:t>
            </a:r>
            <a:endParaRPr sz="3708" b="1" i="0" u="none" strike="noStrike" cap="none" dirty="0">
              <a:cs typeface="Alexandria" panose="020B0604020202020204"/>
            </a:endParaRPr>
          </a:p>
        </p:txBody>
      </p:sp>
      <p:pic>
        <p:nvPicPr>
          <p:cNvPr id="47" name="Google Shape;47;p13" title="componen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5464" y="430904"/>
            <a:ext cx="6990857" cy="5996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EC4937-663D-AB0F-9994-E93BAC695582}"/>
              </a:ext>
            </a:extLst>
          </p:cNvPr>
          <p:cNvSpPr txBox="1"/>
          <p:nvPr/>
        </p:nvSpPr>
        <p:spPr>
          <a:xfrm>
            <a:off x="177478" y="1127800"/>
            <a:ext cx="4451999" cy="534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30" b="1" dirty="0">
                <a:cs typeface="Alexandria" panose="020B0604020202020204"/>
              </a:rPr>
              <a:t>Modular Architecture</a:t>
            </a:r>
            <a:r>
              <a:rPr lang="en-GB" sz="1660" dirty="0">
                <a:cs typeface="Alexandria" panose="020B0604020202020204"/>
              </a:rPr>
              <a:t>: Illustrates the high-level structural view of the system, divided into independent, interconnected layers for enhanced scalability and maintainability</a:t>
            </a:r>
          </a:p>
          <a:p>
            <a:endParaRPr lang="en-GB" sz="16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Layered Separation</a:t>
            </a:r>
            <a:r>
              <a:rPr lang="en-GB" sz="1830" dirty="0">
                <a:cs typeface="Alexandria" panose="020B0604020202020204"/>
              </a:rPr>
              <a:t>: </a:t>
            </a:r>
            <a:r>
              <a:rPr lang="en-GB" sz="1660" dirty="0">
                <a:cs typeface="Alexandria" panose="020B0604020202020204"/>
              </a:rPr>
              <a:t>Clearly separates the system into the User Interface Layer, API Layer, Core Services, and Data Layer to reduce dependencies</a:t>
            </a:r>
            <a:r>
              <a:rPr lang="en-GB" sz="1800" dirty="0">
                <a:cs typeface="Alexandria" panose="020B0604020202020204"/>
              </a:rPr>
              <a:t>.</a:t>
            </a:r>
          </a:p>
          <a:p>
            <a:endParaRPr lang="en-GB" sz="180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System Integration</a:t>
            </a:r>
            <a:r>
              <a:rPr lang="en-GB" sz="1800" dirty="0">
                <a:cs typeface="Alexandria" panose="020B0604020202020204"/>
              </a:rPr>
              <a:t>: </a:t>
            </a:r>
            <a:r>
              <a:rPr lang="en-GB" sz="1660" dirty="0">
                <a:cs typeface="Alexandria" panose="020B0604020202020204"/>
              </a:rPr>
              <a:t>Highlights how internal components like the Crop Prediction Engine interact with external services, including the Weather API and Soil Database</a:t>
            </a:r>
          </a:p>
          <a:p>
            <a:endParaRPr lang="en-GB" sz="1660" dirty="0">
              <a:cs typeface="Alexandria" panose="020B0604020202020204"/>
            </a:endParaRPr>
          </a:p>
          <a:p>
            <a:r>
              <a:rPr lang="en-GB" sz="1830" b="1" dirty="0">
                <a:cs typeface="Alexandria" panose="020B0604020202020204"/>
              </a:rPr>
              <a:t>Robust Data Handling</a:t>
            </a:r>
            <a:r>
              <a:rPr lang="en-GB" sz="1800" dirty="0">
                <a:cs typeface="Alexandria" panose="020B0604020202020204"/>
              </a:rPr>
              <a:t>: </a:t>
            </a:r>
            <a:r>
              <a:rPr lang="en-GB" sz="1660" dirty="0">
                <a:cs typeface="Alexandria" panose="020B0604020202020204"/>
              </a:rPr>
              <a:t>Shows the backend coordination between the Node.js API and the MongoDB database to manage large volumes of user and environmental data</a:t>
            </a:r>
            <a:endParaRPr lang="en-IN" sz="1660" dirty="0">
              <a:cs typeface="Alexandria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268999" y="376368"/>
            <a:ext cx="507350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Deployment Diagram</a:t>
            </a:r>
            <a:endParaRPr sz="3708" b="1" i="0" u="none" strike="noStrike" cap="none" dirty="0"/>
          </a:p>
        </p:txBody>
      </p:sp>
      <p:pic>
        <p:nvPicPr>
          <p:cNvPr id="54" name="Google Shape;54;p14" title="deployemen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915" y="376368"/>
            <a:ext cx="6738502" cy="57545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69AB22-D2C6-004F-FB23-A8B2719CC02F}"/>
              </a:ext>
            </a:extLst>
          </p:cNvPr>
          <p:cNvSpPr txBox="1"/>
          <p:nvPr/>
        </p:nvSpPr>
        <p:spPr>
          <a:xfrm>
            <a:off x="268999" y="1243584"/>
            <a:ext cx="4677905" cy="4776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30" b="1" dirty="0"/>
              <a:t>Physical Architecture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sz="1660" dirty="0"/>
              <a:t>Illustrates the hardware nodes and the runtime environment where software components are deployed for real-world operation</a:t>
            </a:r>
          </a:p>
          <a:p>
            <a:endParaRPr lang="en-GB" sz="1660" dirty="0"/>
          </a:p>
          <a:p>
            <a:r>
              <a:rPr lang="en-GB" sz="1830" b="1" dirty="0"/>
              <a:t>Node Distribution</a:t>
            </a:r>
            <a:r>
              <a:rPr lang="en-GB" sz="1800" b="1" dirty="0"/>
              <a:t>:</a:t>
            </a:r>
            <a:r>
              <a:rPr lang="en-GB" sz="1800" dirty="0"/>
              <a:t> </a:t>
            </a:r>
            <a:r>
              <a:rPr lang="en-GB" sz="1660" dirty="0"/>
              <a:t>Maps out the relationship between the User Device (Mobile/Browser), the Application Server, and the Database Server</a:t>
            </a:r>
          </a:p>
          <a:p>
            <a:endParaRPr lang="en-GB" sz="1660" b="1" dirty="0"/>
          </a:p>
          <a:p>
            <a:r>
              <a:rPr lang="en-GB" sz="1830" b="1" dirty="0"/>
              <a:t>External Connectivity</a:t>
            </a:r>
            <a:r>
              <a:rPr lang="en-GB" sz="1800" b="1" dirty="0"/>
              <a:t>:</a:t>
            </a:r>
            <a:r>
              <a:rPr lang="en-GB" sz="1800" dirty="0"/>
              <a:t> </a:t>
            </a:r>
            <a:r>
              <a:rPr lang="en-GB" sz="1630" dirty="0"/>
              <a:t>Demonstrates secure internet-based communication with external services, including the ML Server and the Weather API</a:t>
            </a:r>
          </a:p>
          <a:p>
            <a:endParaRPr lang="en-GB" sz="1630" b="1" dirty="0"/>
          </a:p>
          <a:p>
            <a:r>
              <a:rPr lang="en-GB" sz="1830" b="1" dirty="0"/>
              <a:t>Scalability and Security</a:t>
            </a:r>
            <a:r>
              <a:rPr lang="en-GB" sz="1800" b="1" dirty="0"/>
              <a:t>:</a:t>
            </a:r>
            <a:r>
              <a:rPr lang="en-GB" sz="1800" dirty="0"/>
              <a:t> </a:t>
            </a:r>
            <a:r>
              <a:rPr lang="en-GB" sz="1660" dirty="0"/>
              <a:t>Designed to handle multiple concurrent requests while centralizing sensitive data processing on the server side to protect user information</a:t>
            </a:r>
            <a:endParaRPr lang="en-IN" sz="16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661491" y="1427460"/>
            <a:ext cx="472549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Database Schema</a:t>
            </a:r>
            <a:endParaRPr sz="3708" b="1" i="0" u="none" strike="noStrike" cap="none" dirty="0"/>
          </a:p>
        </p:txBody>
      </p:sp>
      <p:sp>
        <p:nvSpPr>
          <p:cNvPr id="61" name="Google Shape;61;p15"/>
          <p:cNvSpPr/>
          <p:nvPr/>
        </p:nvSpPr>
        <p:spPr>
          <a:xfrm>
            <a:off x="661491" y="2301577"/>
            <a:ext cx="10869017" cy="60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database serves as a structured repository for all agricultural data, ensuring quick retrieval and accurate historical tracking.</a:t>
            </a:r>
            <a:endParaRPr sz="1458" b="0" i="0" u="none" strike="noStrike" cap="none"/>
          </a:p>
        </p:txBody>
      </p:sp>
      <p:sp>
        <p:nvSpPr>
          <p:cNvPr id="62" name="Google Shape;62;p15"/>
          <p:cNvSpPr/>
          <p:nvPr/>
        </p:nvSpPr>
        <p:spPr>
          <a:xfrm>
            <a:off x="661491" y="3119040"/>
            <a:ext cx="3496965" cy="2311499"/>
          </a:xfrm>
          <a:prstGeom prst="roundRect">
            <a:avLst>
              <a:gd name="adj" fmla="val 3435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856853" y="3314402"/>
            <a:ext cx="271373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Three-Tier Architecture</a:t>
            </a:r>
            <a:endParaRPr sz="1833" b="0" i="0" u="none" strike="noStrike" cap="none"/>
          </a:p>
        </p:txBody>
      </p:sp>
      <p:sp>
        <p:nvSpPr>
          <p:cNvPr id="64" name="Google Shape;64;p15"/>
          <p:cNvSpPr/>
          <p:nvPr/>
        </p:nvSpPr>
        <p:spPr>
          <a:xfrm>
            <a:off x="856853" y="3723084"/>
            <a:ext cx="31062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Separates the system into a Presentation Layer (UI), Application Layer (Backend logic), and Data Layer (Database).</a:t>
            </a:r>
            <a:endParaRPr sz="1458" b="0" i="0" u="none" strike="noStrike" cap="none"/>
          </a:p>
        </p:txBody>
      </p:sp>
      <p:sp>
        <p:nvSpPr>
          <p:cNvPr id="65" name="Google Shape;65;p15"/>
          <p:cNvSpPr/>
          <p:nvPr/>
        </p:nvSpPr>
        <p:spPr>
          <a:xfrm>
            <a:off x="4347468" y="3119040"/>
            <a:ext cx="3496965" cy="2311499"/>
          </a:xfrm>
          <a:prstGeom prst="roundRect">
            <a:avLst>
              <a:gd name="adj" fmla="val 3435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4542830" y="3314402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Key Entities</a:t>
            </a:r>
            <a:endParaRPr sz="1833" b="0" i="0" u="none" strike="noStrike" cap="none"/>
          </a:p>
        </p:txBody>
      </p:sp>
      <p:sp>
        <p:nvSpPr>
          <p:cNvPr id="67" name="Google Shape;67;p15"/>
          <p:cNvSpPr/>
          <p:nvPr/>
        </p:nvSpPr>
        <p:spPr>
          <a:xfrm>
            <a:off x="4542830" y="3723084"/>
            <a:ext cx="3106241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Data is organized into tables for Farmers, Soil Data, Weather Data, Crops, and Predictions.</a:t>
            </a:r>
            <a:endParaRPr sz="1458" b="0" i="0" u="none" strike="noStrike" cap="none"/>
          </a:p>
        </p:txBody>
      </p:sp>
      <p:sp>
        <p:nvSpPr>
          <p:cNvPr id="68" name="Google Shape;68;p15"/>
          <p:cNvSpPr/>
          <p:nvPr/>
        </p:nvSpPr>
        <p:spPr>
          <a:xfrm>
            <a:off x="8033444" y="3119040"/>
            <a:ext cx="3496965" cy="2311499"/>
          </a:xfrm>
          <a:prstGeom prst="roundRect">
            <a:avLst>
              <a:gd name="adj" fmla="val 3435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8228806" y="3314402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Data Flow</a:t>
            </a:r>
            <a:endParaRPr sz="1833" b="0" i="0" u="none" strike="noStrike" cap="none"/>
          </a:p>
        </p:txBody>
      </p:sp>
      <p:sp>
        <p:nvSpPr>
          <p:cNvPr id="70" name="Google Shape;70;p15"/>
          <p:cNvSpPr/>
          <p:nvPr/>
        </p:nvSpPr>
        <p:spPr>
          <a:xfrm>
            <a:off x="8228806" y="3723084"/>
            <a:ext cx="3106241" cy="1512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Farmers enter soil data, the backend retrieves weather data, and the prediction engine processes these inputs to return recommendations.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661491" y="2307705"/>
            <a:ext cx="6521250" cy="81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6150"/>
              <a:buFont typeface="Alexandria"/>
              <a:buNone/>
            </a:pPr>
            <a:r>
              <a:rPr lang="en-US" sz="7416" b="1" i="0" u="none" strike="noStrike" cap="none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Chapter 4</a:t>
            </a:r>
            <a:endParaRPr sz="7416" b="1" i="0" u="none" strike="noStrike" cap="none"/>
          </a:p>
        </p:txBody>
      </p:sp>
      <p:sp>
        <p:nvSpPr>
          <p:cNvPr id="77" name="Google Shape;77;p16"/>
          <p:cNvSpPr/>
          <p:nvPr/>
        </p:nvSpPr>
        <p:spPr>
          <a:xfrm>
            <a:off x="661500" y="3581062"/>
            <a:ext cx="7946750" cy="64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7416" b="1" i="0" u="none" strike="noStrike" cap="none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Implementation</a:t>
            </a:r>
            <a:endParaRPr sz="7416" b="1" i="0" u="none" strike="noStrike" cap="non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684450" y="498188"/>
            <a:ext cx="472550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User Dashboard</a:t>
            </a:r>
            <a:endParaRPr sz="3708" b="1" i="0" u="none" strike="noStrike" cap="none" dirty="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58" y="1161729"/>
            <a:ext cx="10879500" cy="5458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544991" y="454480"/>
            <a:ext cx="10123008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Parameter Adjustment Based on Location</a:t>
            </a:r>
            <a:endParaRPr sz="3708" b="1" i="0" u="none" strike="noStrike" cap="none" dirty="0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729" y="1303312"/>
            <a:ext cx="11499458" cy="548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617804" y="439938"/>
            <a:ext cx="50017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Crop Yield Prediction</a:t>
            </a:r>
            <a:endParaRPr sz="3708" b="1" i="0" u="none" strike="noStrike" cap="none" dirty="0"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66" y="1259603"/>
            <a:ext cx="10785560" cy="5423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680304" y="454500"/>
            <a:ext cx="66952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Best Crop Recommendation</a:t>
            </a:r>
            <a:endParaRPr sz="3708" b="1" i="0" u="none" strike="noStrike" cap="none" dirty="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312" y="1317853"/>
            <a:ext cx="11054995" cy="5540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515895" y="275708"/>
            <a:ext cx="7961250" cy="11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Water and Fertilizer Requirement for Recommended Crops</a:t>
            </a:r>
            <a:endParaRPr sz="3708" b="1" i="0" u="none" strike="noStrike" cap="none" dirty="0"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312" y="1631687"/>
            <a:ext cx="10913223" cy="5226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/>
          <p:nvPr/>
        </p:nvSpPr>
        <p:spPr>
          <a:xfrm>
            <a:off x="477695" y="177592"/>
            <a:ext cx="10376233" cy="118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Weather-Based Water and Fertilizer Adjustment Plan</a:t>
            </a:r>
            <a:endParaRPr sz="3708" b="1" i="0" u="none" strike="noStrike" cap="none" dirty="0"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62" y="1482062"/>
            <a:ext cx="10523960" cy="5274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603262" y="512730"/>
            <a:ext cx="80822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Weather Forecast</a:t>
            </a:r>
            <a:endParaRPr sz="3708" b="1" i="0" u="none" strike="noStrike" cap="none" dirty="0"/>
          </a:p>
        </p:txBody>
      </p:sp>
      <p:pic>
        <p:nvPicPr>
          <p:cNvPr id="35" name="Google Shape;3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270" y="1185020"/>
            <a:ext cx="11371980" cy="5672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574137" y="323459"/>
            <a:ext cx="76782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Crop Disease Detection Interface</a:t>
            </a:r>
            <a:endParaRPr sz="3708" b="1" i="0" u="none" strike="noStrike" cap="none" dirty="0"/>
          </a:p>
        </p:txBody>
      </p:sp>
      <p:pic>
        <p:nvPicPr>
          <p:cNvPr id="42" name="Google Shape;4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04" y="1123548"/>
            <a:ext cx="11495208" cy="573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545012" y="469063"/>
            <a:ext cx="5604250" cy="5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Crop Disease Prediction</a:t>
            </a:r>
            <a:endParaRPr sz="3708" b="1" i="0" u="none" strike="noStrike" cap="none" dirty="0"/>
          </a:p>
        </p:txBody>
      </p:sp>
      <p:pic>
        <p:nvPicPr>
          <p:cNvPr id="49" name="Google Shape;4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20" y="1156104"/>
            <a:ext cx="11569895" cy="5701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661491" y="955377"/>
            <a:ext cx="472549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References</a:t>
            </a:r>
            <a:endParaRPr sz="3708" b="1" i="0" u="none" strike="noStrike" cap="none" dirty="0"/>
          </a:p>
        </p:txBody>
      </p:sp>
      <p:sp>
        <p:nvSpPr>
          <p:cNvPr id="56" name="Google Shape;56;p12"/>
          <p:cNvSpPr/>
          <p:nvPr/>
        </p:nvSpPr>
        <p:spPr>
          <a:xfrm>
            <a:off x="661491" y="2024459"/>
            <a:ext cx="94456" cy="94456"/>
          </a:xfrm>
          <a:prstGeom prst="roundRect">
            <a:avLst>
              <a:gd name="adj" fmla="val 40336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/>
          <p:nvPr/>
        </p:nvSpPr>
        <p:spPr>
          <a:xfrm>
            <a:off x="944959" y="1924050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APIs</a:t>
            </a:r>
            <a:endParaRPr sz="1833" b="0" i="0" u="none" strike="noStrike" cap="none"/>
          </a:p>
        </p:txBody>
      </p:sp>
      <p:sp>
        <p:nvSpPr>
          <p:cNvPr id="58" name="Google Shape;58;p12"/>
          <p:cNvSpPr/>
          <p:nvPr/>
        </p:nvSpPr>
        <p:spPr>
          <a:xfrm>
            <a:off x="944959" y="2332731"/>
            <a:ext cx="1058554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NASA POWER Climate Data Services and Hugging Face AI Models.</a:t>
            </a:r>
            <a:endParaRPr sz="1458" b="0" i="0" u="none" strike="noStrike" cap="none"/>
          </a:p>
        </p:txBody>
      </p:sp>
      <p:sp>
        <p:nvSpPr>
          <p:cNvPr id="59" name="Google Shape;59;p12"/>
          <p:cNvSpPr/>
          <p:nvPr/>
        </p:nvSpPr>
        <p:spPr>
          <a:xfrm>
            <a:off x="661491" y="3113583"/>
            <a:ext cx="94456" cy="94456"/>
          </a:xfrm>
          <a:prstGeom prst="roundRect">
            <a:avLst>
              <a:gd name="adj" fmla="val 40336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944959" y="3013174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Software</a:t>
            </a:r>
            <a:endParaRPr sz="1833" b="0" i="0" u="none" strike="noStrike" cap="none"/>
          </a:p>
        </p:txBody>
      </p:sp>
      <p:sp>
        <p:nvSpPr>
          <p:cNvPr id="61" name="Google Shape;61;p12"/>
          <p:cNvSpPr/>
          <p:nvPr/>
        </p:nvSpPr>
        <p:spPr>
          <a:xfrm>
            <a:off x="944959" y="3421856"/>
            <a:ext cx="1058554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TensorFlow, Scikit-learn, Flask, and Python documentation.</a:t>
            </a:r>
            <a:endParaRPr sz="1458" b="0" i="0" u="none" strike="noStrike" cap="none"/>
          </a:p>
        </p:txBody>
      </p:sp>
      <p:sp>
        <p:nvSpPr>
          <p:cNvPr id="62" name="Google Shape;62;p12"/>
          <p:cNvSpPr/>
          <p:nvPr/>
        </p:nvSpPr>
        <p:spPr>
          <a:xfrm>
            <a:off x="661491" y="4202707"/>
            <a:ext cx="94456" cy="94456"/>
          </a:xfrm>
          <a:prstGeom prst="roundRect">
            <a:avLst>
              <a:gd name="adj" fmla="val 40336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2"/>
          <p:cNvSpPr/>
          <p:nvPr/>
        </p:nvSpPr>
        <p:spPr>
          <a:xfrm>
            <a:off x="944959" y="4102298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Research</a:t>
            </a:r>
            <a:endParaRPr sz="1833" b="0" i="0" u="none" strike="noStrike" cap="none"/>
          </a:p>
        </p:txBody>
      </p:sp>
      <p:sp>
        <p:nvSpPr>
          <p:cNvPr id="64" name="Google Shape;64;p12"/>
          <p:cNvSpPr/>
          <p:nvPr/>
        </p:nvSpPr>
        <p:spPr>
          <a:xfrm>
            <a:off x="944959" y="4510980"/>
            <a:ext cx="1058554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Food and Agriculture Organization (FAO) and Indian Council of Agricultural Research (ICAR).</a:t>
            </a:r>
            <a:endParaRPr sz="1458" b="0" i="0" u="none" strike="noStrike" cap="none"/>
          </a:p>
        </p:txBody>
      </p:sp>
      <p:sp>
        <p:nvSpPr>
          <p:cNvPr id="65" name="Google Shape;65;p12"/>
          <p:cNvSpPr/>
          <p:nvPr/>
        </p:nvSpPr>
        <p:spPr>
          <a:xfrm>
            <a:off x="661491" y="5291831"/>
            <a:ext cx="94456" cy="94456"/>
          </a:xfrm>
          <a:prstGeom prst="roundRect">
            <a:avLst>
              <a:gd name="adj" fmla="val 40336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2"/>
          <p:cNvSpPr/>
          <p:nvPr/>
        </p:nvSpPr>
        <p:spPr>
          <a:xfrm>
            <a:off x="944959" y="5191422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Resources</a:t>
            </a:r>
            <a:endParaRPr sz="1833" b="0" i="0" u="none" strike="noStrike" cap="none"/>
          </a:p>
        </p:txBody>
      </p:sp>
      <p:sp>
        <p:nvSpPr>
          <p:cNvPr id="67" name="Google Shape;67;p12"/>
          <p:cNvSpPr/>
          <p:nvPr/>
        </p:nvSpPr>
        <p:spPr>
          <a:xfrm>
            <a:off x="944959" y="5600105"/>
            <a:ext cx="10585549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QR code provided in the project document for direct access to all related code and documentation.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661491" y="1304528"/>
            <a:ext cx="5234681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Alexandria"/>
              <a:buNone/>
            </a:pPr>
            <a:r>
              <a:rPr lang="en-US" sz="3708" b="1" i="0" u="none" strike="noStrike" cap="none" dirty="0">
                <a:solidFill>
                  <a:srgbClr val="1B1B27"/>
                </a:solidFill>
                <a:latin typeface="Alexandria"/>
                <a:ea typeface="Alexandria"/>
                <a:cs typeface="Alexandria"/>
                <a:sym typeface="Alexandria"/>
              </a:rPr>
              <a:t>Future Enhancements</a:t>
            </a:r>
            <a:endParaRPr sz="3708" b="1" i="0" u="none" strike="noStrike" cap="none" dirty="0"/>
          </a:p>
        </p:txBody>
      </p:sp>
      <p:sp>
        <p:nvSpPr>
          <p:cNvPr id="80" name="Google Shape;80;p14"/>
          <p:cNvSpPr/>
          <p:nvPr/>
        </p:nvSpPr>
        <p:spPr>
          <a:xfrm>
            <a:off x="661491" y="2273200"/>
            <a:ext cx="10869017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The platform is designed for continuous improvement to further enhance the user experience and reach.</a:t>
            </a:r>
            <a:endParaRPr sz="1458" b="0" i="0" u="none" strike="noStrike" cap="none"/>
          </a:p>
        </p:txBody>
      </p:sp>
      <p:sp>
        <p:nvSpPr>
          <p:cNvPr id="81" name="Google Shape;81;p14"/>
          <p:cNvSpPr/>
          <p:nvPr/>
        </p:nvSpPr>
        <p:spPr>
          <a:xfrm>
            <a:off x="661491" y="2788245"/>
            <a:ext cx="3496965" cy="2765127"/>
          </a:xfrm>
          <a:prstGeom prst="roundRect">
            <a:avLst>
              <a:gd name="adj" fmla="val 2871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856853" y="2983606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" name="Google Shape;83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2825" y="3139480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856853" y="3739654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Accessibility</a:t>
            </a:r>
            <a:endParaRPr sz="1833" b="0" i="0" u="none" strike="noStrike" cap="none"/>
          </a:p>
        </p:txBody>
      </p:sp>
      <p:sp>
        <p:nvSpPr>
          <p:cNvPr id="85" name="Google Shape;85;p14"/>
          <p:cNvSpPr/>
          <p:nvPr/>
        </p:nvSpPr>
        <p:spPr>
          <a:xfrm>
            <a:off x="856853" y="4148335"/>
            <a:ext cx="3106241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Integration of voice-based interaction to support users with varying literacy levels.</a:t>
            </a:r>
            <a:endParaRPr sz="1458" b="0" i="0" u="none" strike="noStrike" cap="none"/>
          </a:p>
        </p:txBody>
      </p:sp>
      <p:sp>
        <p:nvSpPr>
          <p:cNvPr id="86" name="Google Shape;86;p14"/>
          <p:cNvSpPr/>
          <p:nvPr/>
        </p:nvSpPr>
        <p:spPr>
          <a:xfrm>
            <a:off x="4347468" y="2788245"/>
            <a:ext cx="3496965" cy="2765127"/>
          </a:xfrm>
          <a:prstGeom prst="roundRect">
            <a:avLst>
              <a:gd name="adj" fmla="val 2871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4542830" y="2983606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801" y="3139480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/>
          <p:nvPr/>
        </p:nvSpPr>
        <p:spPr>
          <a:xfrm>
            <a:off x="4542830" y="3739654"/>
            <a:ext cx="236269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Language Support</a:t>
            </a:r>
            <a:endParaRPr sz="1833" b="0" i="0" u="none" strike="noStrike" cap="none"/>
          </a:p>
        </p:txBody>
      </p:sp>
      <p:sp>
        <p:nvSpPr>
          <p:cNvPr id="90" name="Google Shape;90;p14"/>
          <p:cNvSpPr/>
          <p:nvPr/>
        </p:nvSpPr>
        <p:spPr>
          <a:xfrm>
            <a:off x="4542830" y="4148335"/>
            <a:ext cx="3106241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Expanding the interface to include multiple local languages like Telugu and Hindi.</a:t>
            </a:r>
            <a:endParaRPr sz="1458" b="0" i="0" u="none" strike="noStrike" cap="none"/>
          </a:p>
        </p:txBody>
      </p:sp>
      <p:sp>
        <p:nvSpPr>
          <p:cNvPr id="91" name="Google Shape;91;p14"/>
          <p:cNvSpPr/>
          <p:nvPr/>
        </p:nvSpPr>
        <p:spPr>
          <a:xfrm>
            <a:off x="8033444" y="2788245"/>
            <a:ext cx="3496965" cy="2765127"/>
          </a:xfrm>
          <a:prstGeom prst="roundRect">
            <a:avLst>
              <a:gd name="adj" fmla="val 2871"/>
            </a:avLst>
          </a:prstGeom>
          <a:solidFill>
            <a:srgbClr val="D2DDF9"/>
          </a:solidFill>
          <a:ln w="9525" cap="flat" cmpd="sng">
            <a:solidFill>
              <a:srgbClr val="B8C3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228806" y="2983606"/>
            <a:ext cx="567035" cy="567035"/>
          </a:xfrm>
          <a:prstGeom prst="roundRect">
            <a:avLst>
              <a:gd name="adj" fmla="val 13436980"/>
            </a:avLst>
          </a:prstGeom>
          <a:solidFill>
            <a:srgbClr val="1B54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4778" y="3139480"/>
            <a:ext cx="255091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8228806" y="3739654"/>
            <a:ext cx="258464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2200"/>
              <a:buFont typeface="Alexandria"/>
              <a:buNone/>
            </a:pPr>
            <a:r>
              <a:rPr lang="en-US" sz="1833" b="0" i="0" u="none" strike="noStrike" cap="none">
                <a:solidFill>
                  <a:srgbClr val="404155"/>
                </a:solidFill>
                <a:latin typeface="Alexandria"/>
                <a:ea typeface="Alexandria"/>
                <a:cs typeface="Alexandria"/>
                <a:sym typeface="Alexandria"/>
              </a:rPr>
              <a:t>Advanced Technology</a:t>
            </a:r>
            <a:endParaRPr sz="1833" b="0" i="0" u="none" strike="noStrike" cap="none"/>
          </a:p>
        </p:txBody>
      </p:sp>
      <p:sp>
        <p:nvSpPr>
          <p:cNvPr id="95" name="Google Shape;95;p14"/>
          <p:cNvSpPr/>
          <p:nvPr/>
        </p:nvSpPr>
        <p:spPr>
          <a:xfrm>
            <a:off x="8228806" y="4148335"/>
            <a:ext cx="3106241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04155"/>
              </a:buClr>
              <a:buSzPts val="1750"/>
              <a:buFont typeface="Nobile"/>
              <a:buNone/>
            </a:pPr>
            <a:r>
              <a:rPr lang="en-US" sz="1458" b="0" i="0" u="none" strike="noStrike" cap="none">
                <a:solidFill>
                  <a:srgbClr val="404155"/>
                </a:solidFill>
                <a:latin typeface="Nobile"/>
                <a:ea typeface="Nobile"/>
                <a:cs typeface="Nobile"/>
                <a:sym typeface="Nobile"/>
              </a:rPr>
              <a:t>Integration with Learning Management Systems (LMS) and IoT sensor networks for real-time field monitoring.</a:t>
            </a:r>
            <a:endParaRPr sz="1458" b="0" i="0" u="none" strike="noStrike" cap="non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>
            <a:off x="1232991" y="2247602"/>
            <a:ext cx="9451081" cy="1181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1B54DA"/>
              </a:buClr>
              <a:buSzPts val="8900"/>
              <a:buFont typeface="Alexandria"/>
              <a:buNone/>
            </a:pPr>
            <a:r>
              <a:rPr lang="en-US" sz="7416" b="1" i="0" u="none" strike="noStrike" cap="none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Thank </a:t>
            </a:r>
            <a:r>
              <a:rPr lang="en-US" sz="7416" b="1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Y</a:t>
            </a:r>
            <a:r>
              <a:rPr lang="en-US" sz="7416" b="1" i="0" u="none" strike="noStrike" cap="none" dirty="0">
                <a:solidFill>
                  <a:srgbClr val="1B54DA"/>
                </a:solidFill>
                <a:latin typeface="Alexandria"/>
                <a:ea typeface="Alexandria"/>
                <a:cs typeface="Alexandria"/>
                <a:sym typeface="Alexandria"/>
              </a:rPr>
              <a:t>ou</a:t>
            </a:r>
            <a:endParaRPr sz="7416" b="1" i="0" u="none" strike="noStrike" cap="no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1744</Words>
  <Application>Microsoft Office PowerPoint</Application>
  <PresentationFormat>Widescreen</PresentationFormat>
  <Paragraphs>219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Poppins</vt:lpstr>
      <vt:lpstr>Alexandria</vt:lpstr>
      <vt:lpstr>Montserrat</vt:lpstr>
      <vt:lpstr>Montserrat SemiBold</vt:lpstr>
      <vt:lpstr>Nobile</vt:lpstr>
      <vt:lpstr>Arial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sai raj</dc:creator>
  <cp:lastModifiedBy>sai raj</cp:lastModifiedBy>
  <cp:revision>1</cp:revision>
  <dcterms:modified xsi:type="dcterms:W3CDTF">2026-03-31T09:53:44Z</dcterms:modified>
</cp:coreProperties>
</file>